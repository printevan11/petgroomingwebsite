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89" r:id="rId3"/>
    <p:sldId id="299" r:id="rId4"/>
    <p:sldId id="300" r:id="rId5"/>
    <p:sldId id="285" r:id="rId6"/>
    <p:sldId id="305" r:id="rId7"/>
    <p:sldId id="306" r:id="rId8"/>
    <p:sldId id="307" r:id="rId9"/>
    <p:sldId id="301" r:id="rId10"/>
    <p:sldId id="308" r:id="rId11"/>
    <p:sldId id="311" r:id="rId12"/>
    <p:sldId id="309" r:id="rId13"/>
    <p:sldId id="257" r:id="rId14"/>
    <p:sldId id="312" r:id="rId15"/>
    <p:sldId id="310" r:id="rId16"/>
    <p:sldId id="313" r:id="rId17"/>
    <p:sldId id="319" r:id="rId18"/>
    <p:sldId id="320" r:id="rId19"/>
    <p:sldId id="314" r:id="rId20"/>
    <p:sldId id="321" r:id="rId21"/>
    <p:sldId id="322" r:id="rId22"/>
    <p:sldId id="316" r:id="rId23"/>
    <p:sldId id="323" r:id="rId24"/>
    <p:sldId id="317" r:id="rId25"/>
    <p:sldId id="318" r:id="rId26"/>
    <p:sldId id="327" r:id="rId27"/>
    <p:sldId id="328" r:id="rId28"/>
    <p:sldId id="324" r:id="rId29"/>
    <p:sldId id="325"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4" autoAdjust="0"/>
    <p:restoredTop sz="94660"/>
  </p:normalViewPr>
  <p:slideViewPr>
    <p:cSldViewPr snapToGrid="0">
      <p:cViewPr varScale="1">
        <p:scale>
          <a:sx n="90" d="100"/>
          <a:sy n="90" d="100"/>
        </p:scale>
        <p:origin x="208" y="7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CA64F63-109B-477C-8F5F-589549269580}" type="datetimeFigureOut">
              <a:rPr lang="en-PH" smtClean="0"/>
              <a:t>6/21/26</a:t>
            </a:fld>
            <a:endParaRPr lang="en-PH"/>
          </a:p>
        </p:txBody>
      </p:sp>
      <p:sp>
        <p:nvSpPr>
          <p:cNvPr id="5" name="Footer Placeholder 4"/>
          <p:cNvSpPr>
            <a:spLocks noGrp="1"/>
          </p:cNvSpPr>
          <p:nvPr>
            <p:ph type="ftr" sz="quarter" idx="11"/>
          </p:nvPr>
        </p:nvSpPr>
        <p:spPr/>
        <p:txBody>
          <a:bodyPr/>
          <a:lstStyle/>
          <a:p>
            <a:endParaRPr lang="en-PH"/>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83B93947-4A2F-4827-A193-C58877BD0B87}" type="slidenum">
              <a:rPr lang="en-PH" smtClean="0"/>
              <a:t>‹#›</a:t>
            </a:fld>
            <a:endParaRPr lang="en-PH"/>
          </a:p>
        </p:txBody>
      </p:sp>
    </p:spTree>
    <p:extLst>
      <p:ext uri="{BB962C8B-B14F-4D97-AF65-F5344CB8AC3E}">
        <p14:creationId xmlns:p14="http://schemas.microsoft.com/office/powerpoint/2010/main" val="13285044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A64F63-109B-477C-8F5F-589549269580}" type="datetimeFigureOut">
              <a:rPr lang="en-PH" smtClean="0"/>
              <a:t>6/21/26</a:t>
            </a:fld>
            <a:endParaRPr lang="en-PH"/>
          </a:p>
        </p:txBody>
      </p:sp>
      <p:sp>
        <p:nvSpPr>
          <p:cNvPr id="5" name="Footer Placeholder 4"/>
          <p:cNvSpPr>
            <a:spLocks noGrp="1"/>
          </p:cNvSpPr>
          <p:nvPr>
            <p:ph type="ftr" sz="quarter" idx="11"/>
          </p:nvPr>
        </p:nvSpPr>
        <p:spPr/>
        <p:txBody>
          <a:bodyPr/>
          <a:lstStyle/>
          <a:p>
            <a:endParaRPr lang="en-PH"/>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3B93947-4A2F-4827-A193-C58877BD0B87}" type="slidenum">
              <a:rPr lang="en-PH" smtClean="0"/>
              <a:t>‹#›</a:t>
            </a:fld>
            <a:endParaRPr lang="en-PH"/>
          </a:p>
        </p:txBody>
      </p:sp>
    </p:spTree>
    <p:extLst>
      <p:ext uri="{BB962C8B-B14F-4D97-AF65-F5344CB8AC3E}">
        <p14:creationId xmlns:p14="http://schemas.microsoft.com/office/powerpoint/2010/main" val="1166009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A64F63-109B-477C-8F5F-589549269580}" type="datetimeFigureOut">
              <a:rPr lang="en-PH" smtClean="0"/>
              <a:t>6/21/26</a:t>
            </a:fld>
            <a:endParaRPr lang="en-PH"/>
          </a:p>
        </p:txBody>
      </p:sp>
      <p:sp>
        <p:nvSpPr>
          <p:cNvPr id="5" name="Footer Placeholder 4"/>
          <p:cNvSpPr>
            <a:spLocks noGrp="1"/>
          </p:cNvSpPr>
          <p:nvPr>
            <p:ph type="ftr" sz="quarter" idx="11"/>
          </p:nvPr>
        </p:nvSpPr>
        <p:spPr/>
        <p:txBody>
          <a:bodyPr/>
          <a:lstStyle/>
          <a:p>
            <a:endParaRPr lang="en-PH"/>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3B93947-4A2F-4827-A193-C58877BD0B87}" type="slidenum">
              <a:rPr lang="en-PH" smtClean="0"/>
              <a:t>‹#›</a:t>
            </a:fld>
            <a:endParaRPr lang="en-PH"/>
          </a:p>
        </p:txBody>
      </p:sp>
    </p:spTree>
    <p:extLst>
      <p:ext uri="{BB962C8B-B14F-4D97-AF65-F5344CB8AC3E}">
        <p14:creationId xmlns:p14="http://schemas.microsoft.com/office/powerpoint/2010/main" val="381101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CA64F63-109B-477C-8F5F-589549269580}" type="datetimeFigureOut">
              <a:rPr lang="en-PH" smtClean="0"/>
              <a:t>6/21/26</a:t>
            </a:fld>
            <a:endParaRPr lang="en-PH"/>
          </a:p>
        </p:txBody>
      </p:sp>
      <p:sp>
        <p:nvSpPr>
          <p:cNvPr id="6" name="Footer Placeholder 5"/>
          <p:cNvSpPr>
            <a:spLocks noGrp="1"/>
          </p:cNvSpPr>
          <p:nvPr>
            <p:ph type="ftr" sz="quarter" idx="11"/>
          </p:nvPr>
        </p:nvSpPr>
        <p:spPr/>
        <p:txBody>
          <a:bodyPr/>
          <a:lstStyle/>
          <a:p>
            <a:endParaRPr lang="en-PH"/>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83B93947-4A2F-4827-A193-C58877BD0B87}" type="slidenum">
              <a:rPr lang="en-PH" smtClean="0"/>
              <a:t>‹#›</a:t>
            </a:fld>
            <a:endParaRPr lang="en-PH"/>
          </a:p>
        </p:txBody>
      </p:sp>
    </p:spTree>
    <p:extLst>
      <p:ext uri="{BB962C8B-B14F-4D97-AF65-F5344CB8AC3E}">
        <p14:creationId xmlns:p14="http://schemas.microsoft.com/office/powerpoint/2010/main" val="36021644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CA64F63-109B-477C-8F5F-589549269580}" type="datetimeFigureOut">
              <a:rPr lang="en-PH" smtClean="0"/>
              <a:t>6/21/26</a:t>
            </a:fld>
            <a:endParaRPr lang="en-PH"/>
          </a:p>
        </p:txBody>
      </p:sp>
      <p:sp>
        <p:nvSpPr>
          <p:cNvPr id="8" name="Footer Placeholder 7"/>
          <p:cNvSpPr>
            <a:spLocks noGrp="1"/>
          </p:cNvSpPr>
          <p:nvPr>
            <p:ph type="ftr" sz="quarter" idx="11"/>
          </p:nvPr>
        </p:nvSpPr>
        <p:spPr/>
        <p:txBody>
          <a:bodyPr/>
          <a:lstStyle/>
          <a:p>
            <a:endParaRPr lang="en-PH"/>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83B93947-4A2F-4827-A193-C58877BD0B87}" type="slidenum">
              <a:rPr lang="en-PH" smtClean="0"/>
              <a:t>‹#›</a:t>
            </a:fld>
            <a:endParaRPr lang="en-PH"/>
          </a:p>
        </p:txBody>
      </p:sp>
    </p:spTree>
    <p:extLst>
      <p:ext uri="{BB962C8B-B14F-4D97-AF65-F5344CB8AC3E}">
        <p14:creationId xmlns:p14="http://schemas.microsoft.com/office/powerpoint/2010/main" val="4291233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A64F63-109B-477C-8F5F-589549269580}" type="datetimeFigureOut">
              <a:rPr lang="en-PH" smtClean="0"/>
              <a:t>6/21/26</a:t>
            </a:fld>
            <a:endParaRPr lang="en-PH"/>
          </a:p>
        </p:txBody>
      </p:sp>
      <p:sp>
        <p:nvSpPr>
          <p:cNvPr id="4" name="Footer Placeholder 3"/>
          <p:cNvSpPr>
            <a:spLocks noGrp="1"/>
          </p:cNvSpPr>
          <p:nvPr>
            <p:ph type="ftr" sz="quarter" idx="11"/>
          </p:nvPr>
        </p:nvSpPr>
        <p:spPr/>
        <p:txBody>
          <a:bodyPr/>
          <a:lstStyle/>
          <a:p>
            <a:endParaRPr lang="en-PH"/>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83B93947-4A2F-4827-A193-C58877BD0B87}" type="slidenum">
              <a:rPr lang="en-PH" smtClean="0"/>
              <a:t>‹#›</a:t>
            </a:fld>
            <a:endParaRPr lang="en-PH"/>
          </a:p>
        </p:txBody>
      </p:sp>
    </p:spTree>
    <p:extLst>
      <p:ext uri="{BB962C8B-B14F-4D97-AF65-F5344CB8AC3E}">
        <p14:creationId xmlns:p14="http://schemas.microsoft.com/office/powerpoint/2010/main" val="248702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CA64F63-109B-477C-8F5F-589549269580}" type="datetimeFigureOut">
              <a:rPr lang="en-PH" smtClean="0"/>
              <a:t>6/21/26</a:t>
            </a:fld>
            <a:endParaRPr lang="en-PH"/>
          </a:p>
        </p:txBody>
      </p:sp>
      <p:sp>
        <p:nvSpPr>
          <p:cNvPr id="3" name="Footer Placeholder 2"/>
          <p:cNvSpPr>
            <a:spLocks noGrp="1"/>
          </p:cNvSpPr>
          <p:nvPr>
            <p:ph type="ftr" sz="quarter" idx="11"/>
          </p:nvPr>
        </p:nvSpPr>
        <p:spPr/>
        <p:txBody>
          <a:bodyPr/>
          <a:lstStyle/>
          <a:p>
            <a:endParaRPr lang="en-PH"/>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83B93947-4A2F-4827-A193-C58877BD0B87}" type="slidenum">
              <a:rPr lang="en-PH" smtClean="0"/>
              <a:t>‹#›</a:t>
            </a:fld>
            <a:endParaRPr lang="en-PH"/>
          </a:p>
        </p:txBody>
      </p:sp>
    </p:spTree>
    <p:extLst>
      <p:ext uri="{BB962C8B-B14F-4D97-AF65-F5344CB8AC3E}">
        <p14:creationId xmlns:p14="http://schemas.microsoft.com/office/powerpoint/2010/main" val="162772295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A64F63-109B-477C-8F5F-589549269580}" type="datetimeFigureOut">
              <a:rPr lang="en-PH" smtClean="0"/>
              <a:t>6/21/26</a:t>
            </a:fld>
            <a:endParaRPr lang="en-PH"/>
          </a:p>
        </p:txBody>
      </p:sp>
      <p:sp>
        <p:nvSpPr>
          <p:cNvPr id="6" name="Footer Placeholder 5"/>
          <p:cNvSpPr>
            <a:spLocks noGrp="1"/>
          </p:cNvSpPr>
          <p:nvPr>
            <p:ph type="ftr" sz="quarter" idx="11"/>
          </p:nvPr>
        </p:nvSpPr>
        <p:spPr/>
        <p:txBody>
          <a:bodyPr/>
          <a:lstStyle/>
          <a:p>
            <a:endParaRPr lang="en-PH"/>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83B93947-4A2F-4827-A193-C58877BD0B87}" type="slidenum">
              <a:rPr lang="en-PH" smtClean="0"/>
              <a:t>‹#›</a:t>
            </a:fld>
            <a:endParaRPr lang="en-PH"/>
          </a:p>
        </p:txBody>
      </p:sp>
    </p:spTree>
    <p:extLst>
      <p:ext uri="{BB962C8B-B14F-4D97-AF65-F5344CB8AC3E}">
        <p14:creationId xmlns:p14="http://schemas.microsoft.com/office/powerpoint/2010/main" val="12170746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CA64F63-109B-477C-8F5F-589549269580}" type="datetimeFigureOut">
              <a:rPr lang="en-PH" smtClean="0"/>
              <a:t>6/21/26</a:t>
            </a:fld>
            <a:endParaRPr lang="en-PH"/>
          </a:p>
        </p:txBody>
      </p:sp>
      <p:sp>
        <p:nvSpPr>
          <p:cNvPr id="6" name="Footer Placeholder 5"/>
          <p:cNvSpPr>
            <a:spLocks noGrp="1"/>
          </p:cNvSpPr>
          <p:nvPr>
            <p:ph type="ftr" sz="quarter" idx="11"/>
          </p:nvPr>
        </p:nvSpPr>
        <p:spPr/>
        <p:txBody>
          <a:bodyPr/>
          <a:lstStyle/>
          <a:p>
            <a:endParaRPr lang="en-PH"/>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3B93947-4A2F-4827-A193-C58877BD0B87}" type="slidenum">
              <a:rPr lang="en-PH" smtClean="0"/>
              <a:t>‹#›</a:t>
            </a:fld>
            <a:endParaRPr lang="en-PH"/>
          </a:p>
        </p:txBody>
      </p:sp>
    </p:spTree>
    <p:extLst>
      <p:ext uri="{BB962C8B-B14F-4D97-AF65-F5344CB8AC3E}">
        <p14:creationId xmlns:p14="http://schemas.microsoft.com/office/powerpoint/2010/main" val="27403057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A64F63-109B-477C-8F5F-589549269580}" type="datetimeFigureOut">
              <a:rPr lang="en-PH" smtClean="0"/>
              <a:t>6/21/26</a:t>
            </a:fld>
            <a:endParaRPr lang="en-PH"/>
          </a:p>
        </p:txBody>
      </p:sp>
      <p:sp>
        <p:nvSpPr>
          <p:cNvPr id="5" name="Footer Placeholder 4"/>
          <p:cNvSpPr>
            <a:spLocks noGrp="1"/>
          </p:cNvSpPr>
          <p:nvPr>
            <p:ph type="ftr" sz="quarter" idx="11"/>
          </p:nvPr>
        </p:nvSpPr>
        <p:spPr/>
        <p:txBody>
          <a:bodyPr/>
          <a:lstStyle/>
          <a:p>
            <a:endParaRPr lang="en-PH"/>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3B93947-4A2F-4827-A193-C58877BD0B87}" type="slidenum">
              <a:rPr lang="en-PH" smtClean="0"/>
              <a:t>‹#›</a:t>
            </a:fld>
            <a:endParaRPr lang="en-PH"/>
          </a:p>
        </p:txBody>
      </p:sp>
    </p:spTree>
    <p:extLst>
      <p:ext uri="{BB962C8B-B14F-4D97-AF65-F5344CB8AC3E}">
        <p14:creationId xmlns:p14="http://schemas.microsoft.com/office/powerpoint/2010/main" val="6534304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CA64F63-109B-477C-8F5F-589549269580}" type="datetimeFigureOut">
              <a:rPr lang="en-PH" smtClean="0"/>
              <a:t>6/21/26</a:t>
            </a:fld>
            <a:endParaRPr lang="en-PH"/>
          </a:p>
        </p:txBody>
      </p:sp>
      <p:sp>
        <p:nvSpPr>
          <p:cNvPr id="5" name="Footer Placeholder 4"/>
          <p:cNvSpPr>
            <a:spLocks noGrp="1"/>
          </p:cNvSpPr>
          <p:nvPr>
            <p:ph type="ftr" sz="quarter" idx="11"/>
          </p:nvPr>
        </p:nvSpPr>
        <p:spPr/>
        <p:txBody>
          <a:bodyPr/>
          <a:lstStyle/>
          <a:p>
            <a:endParaRPr lang="en-PH"/>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83B93947-4A2F-4827-A193-C58877BD0B87}" type="slidenum">
              <a:rPr lang="en-PH" smtClean="0"/>
              <a:t>‹#›</a:t>
            </a:fld>
            <a:endParaRPr lang="en-PH"/>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7891140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CA64F63-109B-477C-8F5F-589549269580}" type="datetimeFigureOut">
              <a:rPr lang="en-PH" smtClean="0"/>
              <a:t>6/21/26</a:t>
            </a:fld>
            <a:endParaRPr lang="en-PH"/>
          </a:p>
        </p:txBody>
      </p:sp>
      <p:sp>
        <p:nvSpPr>
          <p:cNvPr id="6" name="Footer Placeholder 5"/>
          <p:cNvSpPr>
            <a:spLocks noGrp="1"/>
          </p:cNvSpPr>
          <p:nvPr>
            <p:ph type="ftr" sz="quarter" idx="11"/>
          </p:nvPr>
        </p:nvSpPr>
        <p:spPr/>
        <p:txBody>
          <a:bodyPr/>
          <a:lstStyle/>
          <a:p>
            <a:endParaRPr lang="en-PH"/>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3B93947-4A2F-4827-A193-C58877BD0B87}" type="slidenum">
              <a:rPr lang="en-PH" smtClean="0"/>
              <a:t>‹#›</a:t>
            </a:fld>
            <a:endParaRPr lang="en-PH"/>
          </a:p>
        </p:txBody>
      </p:sp>
    </p:spTree>
    <p:extLst>
      <p:ext uri="{BB962C8B-B14F-4D97-AF65-F5344CB8AC3E}">
        <p14:creationId xmlns:p14="http://schemas.microsoft.com/office/powerpoint/2010/main" val="361274701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CA64F63-109B-477C-8F5F-589549269580}" type="datetimeFigureOut">
              <a:rPr lang="en-PH" smtClean="0"/>
              <a:t>6/21/26</a:t>
            </a:fld>
            <a:endParaRPr lang="en-PH"/>
          </a:p>
        </p:txBody>
      </p:sp>
      <p:sp>
        <p:nvSpPr>
          <p:cNvPr id="6" name="Footer Placeholder 5"/>
          <p:cNvSpPr>
            <a:spLocks noGrp="1"/>
          </p:cNvSpPr>
          <p:nvPr>
            <p:ph type="ftr" sz="quarter" idx="11"/>
          </p:nvPr>
        </p:nvSpPr>
        <p:spPr/>
        <p:txBody>
          <a:bodyPr/>
          <a:lstStyle/>
          <a:p>
            <a:endParaRPr lang="en-PH"/>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3B93947-4A2F-4827-A193-C58877BD0B87}" type="slidenum">
              <a:rPr lang="en-PH" smtClean="0"/>
              <a:t>‹#›</a:t>
            </a:fld>
            <a:endParaRPr lang="en-PH"/>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135116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0CA64F63-109B-477C-8F5F-589549269580}" type="datetimeFigureOut">
              <a:rPr lang="en-PH" smtClean="0"/>
              <a:t>6/21/26</a:t>
            </a:fld>
            <a:endParaRPr lang="en-PH"/>
          </a:p>
        </p:txBody>
      </p:sp>
      <p:sp>
        <p:nvSpPr>
          <p:cNvPr id="6" name="Footer Placeholder 5"/>
          <p:cNvSpPr>
            <a:spLocks noGrp="1"/>
          </p:cNvSpPr>
          <p:nvPr>
            <p:ph type="ftr" sz="quarter" idx="11"/>
          </p:nvPr>
        </p:nvSpPr>
        <p:spPr/>
        <p:txBody>
          <a:bodyPr/>
          <a:lstStyle/>
          <a:p>
            <a:endParaRPr lang="en-PH"/>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83B93947-4A2F-4827-A193-C58877BD0B87}" type="slidenum">
              <a:rPr lang="en-PH" smtClean="0"/>
              <a:t>‹#›</a:t>
            </a:fld>
            <a:endParaRPr lang="en-PH"/>
          </a:p>
        </p:txBody>
      </p:sp>
    </p:spTree>
    <p:extLst>
      <p:ext uri="{BB962C8B-B14F-4D97-AF65-F5344CB8AC3E}">
        <p14:creationId xmlns:p14="http://schemas.microsoft.com/office/powerpoint/2010/main" val="23639897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A64F63-109B-477C-8F5F-589549269580}" type="datetimeFigureOut">
              <a:rPr lang="en-PH" smtClean="0"/>
              <a:t>6/21/26</a:t>
            </a:fld>
            <a:endParaRPr lang="en-PH"/>
          </a:p>
        </p:txBody>
      </p:sp>
      <p:sp>
        <p:nvSpPr>
          <p:cNvPr id="5" name="Footer Placeholder 4"/>
          <p:cNvSpPr>
            <a:spLocks noGrp="1"/>
          </p:cNvSpPr>
          <p:nvPr>
            <p:ph type="ftr" sz="quarter" idx="11"/>
          </p:nvPr>
        </p:nvSpPr>
        <p:spPr/>
        <p:txBody>
          <a:bodyPr/>
          <a:lstStyle/>
          <a:p>
            <a:endParaRPr lang="en-PH"/>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3B93947-4A2F-4827-A193-C58877BD0B87}" type="slidenum">
              <a:rPr lang="en-PH" smtClean="0"/>
              <a:t>‹#›</a:t>
            </a:fld>
            <a:endParaRPr lang="en-PH"/>
          </a:p>
        </p:txBody>
      </p:sp>
    </p:spTree>
    <p:extLst>
      <p:ext uri="{BB962C8B-B14F-4D97-AF65-F5344CB8AC3E}">
        <p14:creationId xmlns:p14="http://schemas.microsoft.com/office/powerpoint/2010/main" val="26407529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CA64F63-109B-477C-8F5F-589549269580}" type="datetimeFigureOut">
              <a:rPr lang="en-PH" smtClean="0"/>
              <a:t>6/21/26</a:t>
            </a:fld>
            <a:endParaRPr lang="en-PH"/>
          </a:p>
        </p:txBody>
      </p:sp>
      <p:sp>
        <p:nvSpPr>
          <p:cNvPr id="5" name="Footer Placeholder 4"/>
          <p:cNvSpPr>
            <a:spLocks noGrp="1"/>
          </p:cNvSpPr>
          <p:nvPr>
            <p:ph type="ftr" sz="quarter" idx="11"/>
          </p:nvPr>
        </p:nvSpPr>
        <p:spPr/>
        <p:txBody>
          <a:bodyPr/>
          <a:lstStyle/>
          <a:p>
            <a:endParaRPr lang="en-PH"/>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83B93947-4A2F-4827-A193-C58877BD0B87}" type="slidenum">
              <a:rPr lang="en-PH" smtClean="0"/>
              <a:t>‹#›</a:t>
            </a:fld>
            <a:endParaRPr lang="en-PH"/>
          </a:p>
        </p:txBody>
      </p:sp>
    </p:spTree>
    <p:extLst>
      <p:ext uri="{BB962C8B-B14F-4D97-AF65-F5344CB8AC3E}">
        <p14:creationId xmlns:p14="http://schemas.microsoft.com/office/powerpoint/2010/main" val="2250191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0CA64F63-109B-477C-8F5F-589549269580}" type="datetimeFigureOut">
              <a:rPr lang="en-PH" smtClean="0"/>
              <a:t>6/21/26</a:t>
            </a:fld>
            <a:endParaRPr lang="en-PH"/>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PH"/>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83B93947-4A2F-4827-A193-C58877BD0B87}" type="slidenum">
              <a:rPr lang="en-PH" smtClean="0"/>
              <a:t>‹#›</a:t>
            </a:fld>
            <a:endParaRPr lang="en-PH"/>
          </a:p>
        </p:txBody>
      </p:sp>
    </p:spTree>
    <p:extLst>
      <p:ext uri="{BB962C8B-B14F-4D97-AF65-F5344CB8AC3E}">
        <p14:creationId xmlns:p14="http://schemas.microsoft.com/office/powerpoint/2010/main" val="330412693"/>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g"/><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5D62B0-E2A4-4AB0-87A5-C6B77F5AF4BE}"/>
              </a:ext>
            </a:extLst>
          </p:cNvPr>
          <p:cNvSpPr>
            <a:spLocks noGrp="1"/>
          </p:cNvSpPr>
          <p:nvPr>
            <p:ph type="ctrTitle"/>
          </p:nvPr>
        </p:nvSpPr>
        <p:spPr/>
        <p:txBody>
          <a:bodyPr/>
          <a:lstStyle/>
          <a:p>
            <a:endParaRPr lang="en-PH" dirty="0"/>
          </a:p>
        </p:txBody>
      </p:sp>
      <p:sp>
        <p:nvSpPr>
          <p:cNvPr id="3" name="Subtitle 2">
            <a:extLst>
              <a:ext uri="{FF2B5EF4-FFF2-40B4-BE49-F238E27FC236}">
                <a16:creationId xmlns:a16="http://schemas.microsoft.com/office/drawing/2014/main" id="{F8B57438-881F-4D56-8D40-821B491B4E45}"/>
              </a:ext>
            </a:extLst>
          </p:cNvPr>
          <p:cNvSpPr>
            <a:spLocks noGrp="1"/>
          </p:cNvSpPr>
          <p:nvPr>
            <p:ph type="subTitle" idx="1"/>
          </p:nvPr>
        </p:nvSpPr>
        <p:spPr/>
        <p:txBody>
          <a:bodyPr/>
          <a:lstStyle/>
          <a:p>
            <a:endParaRPr lang="en-PH"/>
          </a:p>
        </p:txBody>
      </p:sp>
      <p:pic>
        <p:nvPicPr>
          <p:cNvPr id="4" name="Picture 3" descr="A close up of leaves&#10;&#10;Description automatically generated">
            <a:extLst>
              <a:ext uri="{FF2B5EF4-FFF2-40B4-BE49-F238E27FC236}">
                <a16:creationId xmlns:a16="http://schemas.microsoft.com/office/drawing/2014/main" id="{8CE5F54B-F22B-A573-CDB6-B2F04F173BF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8798064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6267B-91D4-5644-2AD3-D0BB823AADCD}"/>
              </a:ext>
            </a:extLst>
          </p:cNvPr>
          <p:cNvSpPr>
            <a:spLocks noGrp="1"/>
          </p:cNvSpPr>
          <p:nvPr>
            <p:ph type="title"/>
          </p:nvPr>
        </p:nvSpPr>
        <p:spPr>
          <a:xfrm>
            <a:off x="-1" y="0"/>
            <a:ext cx="12188655" cy="1614488"/>
          </a:xfrm>
        </p:spPr>
        <p:txBody>
          <a:bodyPr>
            <a:normAutofit/>
          </a:bodyPr>
          <a:lstStyle/>
          <a:p>
            <a:pPr algn="ctr"/>
            <a:endParaRPr lang="en-US" dirty="0">
              <a:solidFill>
                <a:srgbClr val="FFFFFF"/>
              </a:solidFill>
            </a:endParaRPr>
          </a:p>
        </p:txBody>
      </p:sp>
      <p:sp>
        <p:nvSpPr>
          <p:cNvPr id="3" name="Content Placeholder 2">
            <a:extLst>
              <a:ext uri="{FF2B5EF4-FFF2-40B4-BE49-F238E27FC236}">
                <a16:creationId xmlns:a16="http://schemas.microsoft.com/office/drawing/2014/main" id="{4431B49A-039C-97CB-D330-FFA797E946B9}"/>
              </a:ext>
            </a:extLst>
          </p:cNvPr>
          <p:cNvSpPr>
            <a:spLocks noGrp="1"/>
          </p:cNvSpPr>
          <p:nvPr>
            <p:ph idx="1"/>
          </p:nvPr>
        </p:nvSpPr>
        <p:spPr>
          <a:xfrm>
            <a:off x="0" y="1614488"/>
            <a:ext cx="12188654" cy="5243512"/>
          </a:xfrm>
        </p:spPr>
        <p:txBody>
          <a:bodyPr>
            <a:normAutofit/>
          </a:bodyPr>
          <a:lstStyle/>
          <a:p>
            <a:pPr marL="0" indent="0" algn="ctr">
              <a:buNone/>
            </a:pPr>
            <a:endParaRPr lang="en-US" dirty="0">
              <a:solidFill>
                <a:srgbClr val="FFFFFF"/>
              </a:solidFill>
            </a:endParaRPr>
          </a:p>
        </p:txBody>
      </p:sp>
      <p:pic>
        <p:nvPicPr>
          <p:cNvPr id="1026" name="Picture 2">
            <a:extLst>
              <a:ext uri="{FF2B5EF4-FFF2-40B4-BE49-F238E27FC236}">
                <a16:creationId xmlns:a16="http://schemas.microsoft.com/office/drawing/2014/main" id="{95A97811-C7DB-247B-4883-8282FC5CA8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525"/>
            <a:ext cx="12192000" cy="68373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5856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leaves&#10;&#10;Description automatically generated">
            <a:extLst>
              <a:ext uri="{FF2B5EF4-FFF2-40B4-BE49-F238E27FC236}">
                <a16:creationId xmlns:a16="http://schemas.microsoft.com/office/drawing/2014/main" id="{EB34BE15-380A-BE27-DA36-9F66A0629A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0F5753E-1AA5-4F47-96BF-6F5084E02724}"/>
              </a:ext>
            </a:extLst>
          </p:cNvPr>
          <p:cNvSpPr>
            <a:spLocks noGrp="1"/>
          </p:cNvSpPr>
          <p:nvPr>
            <p:ph type="title"/>
          </p:nvPr>
        </p:nvSpPr>
        <p:spPr>
          <a:xfrm>
            <a:off x="114300" y="228600"/>
            <a:ext cx="12192000" cy="6858000"/>
          </a:xfrm>
        </p:spPr>
        <p:txBody>
          <a:bodyPr>
            <a:noAutofit/>
          </a:bodyPr>
          <a:lstStyle/>
          <a:p>
            <a:pPr algn="ctr"/>
            <a:r>
              <a:rPr lang="en-US" sz="4900" b="1" dirty="0">
                <a:solidFill>
                  <a:schemeClr val="bg1"/>
                </a:solidFill>
              </a:rPr>
              <a:t>This is my bible, I am what it says I am.</a:t>
            </a:r>
            <a:br>
              <a:rPr lang="en-US" sz="4900" b="1" dirty="0">
                <a:solidFill>
                  <a:schemeClr val="bg1"/>
                </a:solidFill>
              </a:rPr>
            </a:br>
            <a:r>
              <a:rPr lang="en-US" sz="4900" b="1" dirty="0">
                <a:solidFill>
                  <a:schemeClr val="bg1"/>
                </a:solidFill>
              </a:rPr>
              <a:t>I can do what it says I can do.</a:t>
            </a:r>
            <a:br>
              <a:rPr lang="en-US" sz="4900" b="1" dirty="0">
                <a:solidFill>
                  <a:schemeClr val="bg1"/>
                </a:solidFill>
              </a:rPr>
            </a:br>
            <a:r>
              <a:rPr lang="en-US" sz="4900" b="1" dirty="0">
                <a:solidFill>
                  <a:schemeClr val="bg1"/>
                </a:solidFill>
              </a:rPr>
              <a:t>Today, I will be taught of the word of GOD.</a:t>
            </a:r>
            <a:br>
              <a:rPr lang="en-US" sz="4900" b="1" dirty="0">
                <a:solidFill>
                  <a:schemeClr val="bg1"/>
                </a:solidFill>
              </a:rPr>
            </a:br>
            <a:r>
              <a:rPr lang="en-US" sz="4900" b="1" dirty="0">
                <a:solidFill>
                  <a:schemeClr val="bg1"/>
                </a:solidFill>
              </a:rPr>
              <a:t>I boldly confess my mind is alert,</a:t>
            </a:r>
            <a:br>
              <a:rPr lang="en-US" sz="4900" b="1" dirty="0">
                <a:solidFill>
                  <a:schemeClr val="bg1"/>
                </a:solidFill>
              </a:rPr>
            </a:br>
            <a:r>
              <a:rPr lang="en-US" sz="4900" b="1" dirty="0">
                <a:solidFill>
                  <a:schemeClr val="bg1"/>
                </a:solidFill>
              </a:rPr>
              <a:t>my heart is receptive,</a:t>
            </a:r>
            <a:br>
              <a:rPr lang="en-US" sz="4900" b="1" dirty="0">
                <a:solidFill>
                  <a:schemeClr val="bg1"/>
                </a:solidFill>
              </a:rPr>
            </a:br>
            <a:r>
              <a:rPr lang="en-US" sz="4900" b="1" dirty="0" err="1">
                <a:solidFill>
                  <a:schemeClr val="bg1"/>
                </a:solidFill>
              </a:rPr>
              <a:t>i</a:t>
            </a:r>
            <a:r>
              <a:rPr lang="en-US" sz="4900" b="1" dirty="0">
                <a:solidFill>
                  <a:schemeClr val="bg1"/>
                </a:solidFill>
              </a:rPr>
              <a:t> will never be the same</a:t>
            </a:r>
            <a:br>
              <a:rPr lang="en-US" sz="4900" b="1" dirty="0">
                <a:solidFill>
                  <a:schemeClr val="bg1"/>
                </a:solidFill>
              </a:rPr>
            </a:br>
            <a:r>
              <a:rPr lang="en-US" sz="4900" b="1" dirty="0">
                <a:solidFill>
                  <a:schemeClr val="bg1"/>
                </a:solidFill>
              </a:rPr>
              <a:t>I am about to receive</a:t>
            </a:r>
          </a:p>
        </p:txBody>
      </p:sp>
    </p:spTree>
    <p:extLst>
      <p:ext uri="{BB962C8B-B14F-4D97-AF65-F5344CB8AC3E}">
        <p14:creationId xmlns:p14="http://schemas.microsoft.com/office/powerpoint/2010/main" val="58156588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 up of leaves&#10;&#10;Description automatically generated">
            <a:extLst>
              <a:ext uri="{FF2B5EF4-FFF2-40B4-BE49-F238E27FC236}">
                <a16:creationId xmlns:a16="http://schemas.microsoft.com/office/drawing/2014/main" id="{F00A1BC1-2C4F-1E5E-437C-7A2B18A3C7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0F5753E-1AA5-4F47-96BF-6F5084E02724}"/>
              </a:ext>
            </a:extLst>
          </p:cNvPr>
          <p:cNvSpPr>
            <a:spLocks noGrp="1"/>
          </p:cNvSpPr>
          <p:nvPr>
            <p:ph type="title"/>
          </p:nvPr>
        </p:nvSpPr>
        <p:spPr>
          <a:xfrm>
            <a:off x="0" y="-1"/>
            <a:ext cx="12192000" cy="6858001"/>
          </a:xfrm>
        </p:spPr>
        <p:txBody>
          <a:bodyPr>
            <a:noAutofit/>
          </a:bodyPr>
          <a:lstStyle/>
          <a:p>
            <a:pPr algn="ctr"/>
            <a:r>
              <a:rPr lang="en-US" sz="5400" b="1" dirty="0">
                <a:solidFill>
                  <a:schemeClr val="bg1"/>
                </a:solidFill>
              </a:rPr>
              <a:t>The incorruptible, indestructible,</a:t>
            </a:r>
            <a:br>
              <a:rPr lang="en-US" sz="5400" b="1" dirty="0">
                <a:solidFill>
                  <a:schemeClr val="bg1"/>
                </a:solidFill>
              </a:rPr>
            </a:br>
            <a:r>
              <a:rPr lang="en-US" sz="5400" b="1" dirty="0">
                <a:solidFill>
                  <a:schemeClr val="bg1"/>
                </a:solidFill>
              </a:rPr>
              <a:t>ever living seed of the word of GOD.</a:t>
            </a:r>
            <a:br>
              <a:rPr lang="en-US" sz="5400" b="1" dirty="0">
                <a:solidFill>
                  <a:schemeClr val="bg1"/>
                </a:solidFill>
              </a:rPr>
            </a:br>
            <a:r>
              <a:rPr lang="en-US" sz="5400" b="1" dirty="0">
                <a:solidFill>
                  <a:schemeClr val="bg1"/>
                </a:solidFill>
              </a:rPr>
              <a:t>I will never be the same again</a:t>
            </a:r>
            <a:br>
              <a:rPr lang="en-US" sz="5400" b="1" dirty="0">
                <a:solidFill>
                  <a:schemeClr val="bg1"/>
                </a:solidFill>
              </a:rPr>
            </a:br>
            <a:r>
              <a:rPr lang="en-US" sz="5400" b="1" dirty="0">
                <a:solidFill>
                  <a:schemeClr val="bg1"/>
                </a:solidFill>
              </a:rPr>
              <a:t>never, never, never</a:t>
            </a:r>
            <a:br>
              <a:rPr lang="en-US" sz="5400" b="1" dirty="0">
                <a:solidFill>
                  <a:schemeClr val="bg1"/>
                </a:solidFill>
              </a:rPr>
            </a:br>
            <a:r>
              <a:rPr lang="en-US" sz="5400" b="1" dirty="0">
                <a:solidFill>
                  <a:schemeClr val="bg1"/>
                </a:solidFill>
              </a:rPr>
              <a:t>I will never be the same</a:t>
            </a:r>
            <a:br>
              <a:rPr lang="en-US" sz="5400" b="1" dirty="0">
                <a:solidFill>
                  <a:schemeClr val="bg1"/>
                </a:solidFill>
              </a:rPr>
            </a:br>
            <a:r>
              <a:rPr lang="en-US" sz="5400" b="1" dirty="0">
                <a:solidFill>
                  <a:schemeClr val="bg1"/>
                </a:solidFill>
              </a:rPr>
              <a:t>no turning back</a:t>
            </a:r>
            <a:br>
              <a:rPr lang="en-US" sz="5400" b="1" dirty="0">
                <a:solidFill>
                  <a:schemeClr val="bg1"/>
                </a:solidFill>
              </a:rPr>
            </a:br>
            <a:r>
              <a:rPr lang="en-US" sz="5400" b="1" dirty="0">
                <a:solidFill>
                  <a:schemeClr val="bg1"/>
                </a:solidFill>
              </a:rPr>
              <a:t>In JESUS name. Amen! </a:t>
            </a:r>
          </a:p>
        </p:txBody>
      </p:sp>
    </p:spTree>
    <p:extLst>
      <p:ext uri="{BB962C8B-B14F-4D97-AF65-F5344CB8AC3E}">
        <p14:creationId xmlns:p14="http://schemas.microsoft.com/office/powerpoint/2010/main" val="11362447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8D5E48-5662-47B7-AEF9-F34B14DBF05A}"/>
              </a:ext>
            </a:extLst>
          </p:cNvPr>
          <p:cNvSpPr>
            <a:spLocks noGrp="1"/>
          </p:cNvSpPr>
          <p:nvPr>
            <p:ph type="title"/>
          </p:nvPr>
        </p:nvSpPr>
        <p:spPr/>
        <p:txBody>
          <a:bodyPr/>
          <a:lstStyle/>
          <a:p>
            <a:endParaRPr lang="en-PH"/>
          </a:p>
        </p:txBody>
      </p:sp>
      <p:sp>
        <p:nvSpPr>
          <p:cNvPr id="3" name="Content Placeholder 2">
            <a:extLst>
              <a:ext uri="{FF2B5EF4-FFF2-40B4-BE49-F238E27FC236}">
                <a16:creationId xmlns:a16="http://schemas.microsoft.com/office/drawing/2014/main" id="{57A6D78C-9C9A-44F5-BB53-5616238A7A8E}"/>
              </a:ext>
            </a:extLst>
          </p:cNvPr>
          <p:cNvSpPr>
            <a:spLocks noGrp="1"/>
          </p:cNvSpPr>
          <p:nvPr>
            <p:ph idx="1"/>
          </p:nvPr>
        </p:nvSpPr>
        <p:spPr/>
        <p:txBody>
          <a:bodyPr/>
          <a:lstStyle/>
          <a:p>
            <a:r>
              <a:rPr lang="en-US" dirty="0"/>
              <a:t>\</a:t>
            </a:r>
          </a:p>
        </p:txBody>
      </p:sp>
      <p:pic>
        <p:nvPicPr>
          <p:cNvPr id="5" name="Picture 4">
            <a:extLst>
              <a:ext uri="{FF2B5EF4-FFF2-40B4-BE49-F238E27FC236}">
                <a16:creationId xmlns:a16="http://schemas.microsoft.com/office/drawing/2014/main" id="{87809915-0395-4A6C-9D85-380BD962A3F3}"/>
              </a:ext>
            </a:extLst>
          </p:cNvPr>
          <p:cNvPicPr>
            <a:picLocks noChangeAspect="1"/>
          </p:cNvPicPr>
          <p:nvPr/>
        </p:nvPicPr>
        <p:blipFill>
          <a:blip r:embed="rId2"/>
          <a:stretch>
            <a:fillRect/>
          </a:stretch>
        </p:blipFill>
        <p:spPr>
          <a:xfrm>
            <a:off x="3121025" y="3121025"/>
            <a:ext cx="5949950" cy="615950"/>
          </a:xfrm>
          <a:prstGeom prst="rect">
            <a:avLst/>
          </a:prstGeom>
        </p:spPr>
      </p:pic>
      <p:pic>
        <p:nvPicPr>
          <p:cNvPr id="7" name="Picture 6">
            <a:extLst>
              <a:ext uri="{FF2B5EF4-FFF2-40B4-BE49-F238E27FC236}">
                <a16:creationId xmlns:a16="http://schemas.microsoft.com/office/drawing/2014/main" id="{3B1374BC-ACF1-4C79-A433-0B1CDD793029}"/>
              </a:ext>
            </a:extLst>
          </p:cNvPr>
          <p:cNvPicPr>
            <a:picLocks noChangeAspect="1"/>
          </p:cNvPicPr>
          <p:nvPr/>
        </p:nvPicPr>
        <p:blipFill>
          <a:blip r:embed="rId2"/>
          <a:stretch>
            <a:fillRect/>
          </a:stretch>
        </p:blipFill>
        <p:spPr>
          <a:xfrm>
            <a:off x="3121025" y="3121025"/>
            <a:ext cx="5949950" cy="615950"/>
          </a:xfrm>
          <a:prstGeom prst="rect">
            <a:avLst/>
          </a:prstGeom>
        </p:spPr>
      </p:pic>
      <p:sp>
        <p:nvSpPr>
          <p:cNvPr id="8" name="AutoShape 2">
            <a:extLst>
              <a:ext uri="{FF2B5EF4-FFF2-40B4-BE49-F238E27FC236}">
                <a16:creationId xmlns:a16="http://schemas.microsoft.com/office/drawing/2014/main" id="{97E34676-772F-4643-A440-ABB6F7621164}"/>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PH"/>
          </a:p>
        </p:txBody>
      </p:sp>
      <p:pic>
        <p:nvPicPr>
          <p:cNvPr id="9" name="Picture 8">
            <a:extLst>
              <a:ext uri="{FF2B5EF4-FFF2-40B4-BE49-F238E27FC236}">
                <a16:creationId xmlns:a16="http://schemas.microsoft.com/office/drawing/2014/main" id="{F27EFC33-A88F-4CD9-9242-430808A1DA28}"/>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2802720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leaves&#10;&#10;Description automatically generated">
            <a:extLst>
              <a:ext uri="{FF2B5EF4-FFF2-40B4-BE49-F238E27FC236}">
                <a16:creationId xmlns:a16="http://schemas.microsoft.com/office/drawing/2014/main" id="{EFE77CAE-6968-7D78-1F8D-54F3D5C3BD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1151"/>
            <a:ext cx="12192000" cy="6858000"/>
          </a:xfrm>
          <a:prstGeom prst="rect">
            <a:avLst/>
          </a:prstGeom>
        </p:spPr>
      </p:pic>
      <p:sp>
        <p:nvSpPr>
          <p:cNvPr id="2" name="Title 1">
            <a:extLst>
              <a:ext uri="{FF2B5EF4-FFF2-40B4-BE49-F238E27FC236}">
                <a16:creationId xmlns:a16="http://schemas.microsoft.com/office/drawing/2014/main" id="{5861217F-451E-480D-997C-D4E9B47E0A4E}"/>
              </a:ext>
            </a:extLst>
          </p:cNvPr>
          <p:cNvSpPr>
            <a:spLocks noGrp="1"/>
          </p:cNvSpPr>
          <p:nvPr>
            <p:ph type="title"/>
          </p:nvPr>
        </p:nvSpPr>
        <p:spPr>
          <a:xfrm>
            <a:off x="1640156" y="-1"/>
            <a:ext cx="10551844" cy="1400961"/>
          </a:xfrm>
        </p:spPr>
        <p:txBody>
          <a:bodyPr>
            <a:normAutofit/>
          </a:bodyPr>
          <a:lstStyle/>
          <a:p>
            <a:pPr algn="ctr"/>
            <a:r>
              <a:rPr lang="en-PH" sz="7200" b="1" dirty="0">
                <a:solidFill>
                  <a:schemeClr val="bg1"/>
                </a:solidFill>
              </a:rPr>
              <a:t>2 Corinthians 4:4 NIV</a:t>
            </a:r>
          </a:p>
        </p:txBody>
      </p:sp>
      <p:sp>
        <p:nvSpPr>
          <p:cNvPr id="3" name="Content Placeholder 2">
            <a:extLst>
              <a:ext uri="{FF2B5EF4-FFF2-40B4-BE49-F238E27FC236}">
                <a16:creationId xmlns:a16="http://schemas.microsoft.com/office/drawing/2014/main" id="{34437BDC-D039-41E6-A742-F90D7278B414}"/>
              </a:ext>
            </a:extLst>
          </p:cNvPr>
          <p:cNvSpPr>
            <a:spLocks noGrp="1"/>
          </p:cNvSpPr>
          <p:nvPr>
            <p:ph idx="1"/>
          </p:nvPr>
        </p:nvSpPr>
        <p:spPr>
          <a:xfrm>
            <a:off x="650344" y="1400960"/>
            <a:ext cx="11541655" cy="5457040"/>
          </a:xfrm>
        </p:spPr>
        <p:txBody>
          <a:bodyPr>
            <a:normAutofit/>
          </a:bodyPr>
          <a:lstStyle/>
          <a:p>
            <a:pPr marL="0" indent="0" algn="ctr">
              <a:buNone/>
            </a:pPr>
            <a:endParaRPr lang="en-US" sz="5400" dirty="0">
              <a:solidFill>
                <a:schemeClr val="bg1"/>
              </a:solidFill>
            </a:endParaRPr>
          </a:p>
          <a:p>
            <a:pPr marL="0" indent="0" algn="ctr">
              <a:buNone/>
            </a:pPr>
            <a:r>
              <a:rPr lang="en-US" sz="5400" dirty="0">
                <a:solidFill>
                  <a:schemeClr val="bg1"/>
                </a:solidFill>
              </a:rPr>
              <a:t>The god of this age has blinded the minds of unbelievers, so that they cannot see the light of the gospel that displays the glory of Christ, who is the image of God.</a:t>
            </a:r>
            <a:endParaRPr lang="en-PH" sz="5400" dirty="0">
              <a:solidFill>
                <a:schemeClr val="bg1"/>
              </a:solidFill>
            </a:endParaRPr>
          </a:p>
        </p:txBody>
      </p:sp>
    </p:spTree>
    <p:extLst>
      <p:ext uri="{BB962C8B-B14F-4D97-AF65-F5344CB8AC3E}">
        <p14:creationId xmlns:p14="http://schemas.microsoft.com/office/powerpoint/2010/main" val="9154701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leaves&#10;&#10;Description automatically generated">
            <a:extLst>
              <a:ext uri="{FF2B5EF4-FFF2-40B4-BE49-F238E27FC236}">
                <a16:creationId xmlns:a16="http://schemas.microsoft.com/office/drawing/2014/main" id="{4940DB72-DF33-1909-6E34-F3394F0ADE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861217F-451E-480D-997C-D4E9B47E0A4E}"/>
              </a:ext>
            </a:extLst>
          </p:cNvPr>
          <p:cNvSpPr>
            <a:spLocks noGrp="1"/>
          </p:cNvSpPr>
          <p:nvPr>
            <p:ph type="title"/>
          </p:nvPr>
        </p:nvSpPr>
        <p:spPr>
          <a:xfrm>
            <a:off x="1640156" y="-1"/>
            <a:ext cx="10551844" cy="1400961"/>
          </a:xfrm>
        </p:spPr>
        <p:txBody>
          <a:bodyPr>
            <a:normAutofit/>
          </a:bodyPr>
          <a:lstStyle/>
          <a:p>
            <a:pPr algn="ctr"/>
            <a:r>
              <a:rPr lang="en-PH" sz="7200" b="1" dirty="0">
                <a:solidFill>
                  <a:schemeClr val="bg1"/>
                </a:solidFill>
              </a:rPr>
              <a:t>John 12:31 NIV</a:t>
            </a:r>
          </a:p>
        </p:txBody>
      </p:sp>
      <p:sp>
        <p:nvSpPr>
          <p:cNvPr id="3" name="Content Placeholder 2">
            <a:extLst>
              <a:ext uri="{FF2B5EF4-FFF2-40B4-BE49-F238E27FC236}">
                <a16:creationId xmlns:a16="http://schemas.microsoft.com/office/drawing/2014/main" id="{34437BDC-D039-41E6-A742-F90D7278B414}"/>
              </a:ext>
            </a:extLst>
          </p:cNvPr>
          <p:cNvSpPr>
            <a:spLocks noGrp="1"/>
          </p:cNvSpPr>
          <p:nvPr>
            <p:ph idx="1"/>
          </p:nvPr>
        </p:nvSpPr>
        <p:spPr>
          <a:xfrm>
            <a:off x="650344" y="1400960"/>
            <a:ext cx="11541655" cy="5457040"/>
          </a:xfrm>
        </p:spPr>
        <p:txBody>
          <a:bodyPr>
            <a:normAutofit/>
          </a:bodyPr>
          <a:lstStyle/>
          <a:p>
            <a:pPr marL="0" indent="0" algn="ctr">
              <a:buNone/>
            </a:pPr>
            <a:endParaRPr lang="en-US" sz="6000" dirty="0">
              <a:solidFill>
                <a:schemeClr val="bg1"/>
              </a:solidFill>
            </a:endParaRPr>
          </a:p>
          <a:p>
            <a:pPr marL="0" indent="0" algn="ctr">
              <a:buNone/>
            </a:pPr>
            <a:r>
              <a:rPr lang="en-US" sz="6000" dirty="0">
                <a:solidFill>
                  <a:schemeClr val="bg1"/>
                </a:solidFill>
              </a:rPr>
              <a:t>Now is the time for judgment on this world; now the prince of this world will be driven out.</a:t>
            </a:r>
            <a:endParaRPr lang="en-PH" sz="6000" dirty="0">
              <a:solidFill>
                <a:schemeClr val="bg1"/>
              </a:solidFill>
            </a:endParaRPr>
          </a:p>
        </p:txBody>
      </p:sp>
    </p:spTree>
    <p:extLst>
      <p:ext uri="{BB962C8B-B14F-4D97-AF65-F5344CB8AC3E}">
        <p14:creationId xmlns:p14="http://schemas.microsoft.com/office/powerpoint/2010/main" val="9350571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leaves&#10;&#10;Description automatically generated">
            <a:extLst>
              <a:ext uri="{FF2B5EF4-FFF2-40B4-BE49-F238E27FC236}">
                <a16:creationId xmlns:a16="http://schemas.microsoft.com/office/drawing/2014/main" id="{B901D0F1-58B3-2720-5B86-DB4D05675E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2302"/>
            <a:ext cx="12192000" cy="6858000"/>
          </a:xfrm>
          <a:prstGeom prst="rect">
            <a:avLst/>
          </a:prstGeom>
        </p:spPr>
      </p:pic>
      <p:sp>
        <p:nvSpPr>
          <p:cNvPr id="2" name="Title 1">
            <a:extLst>
              <a:ext uri="{FF2B5EF4-FFF2-40B4-BE49-F238E27FC236}">
                <a16:creationId xmlns:a16="http://schemas.microsoft.com/office/drawing/2014/main" id="{5861217F-451E-480D-997C-D4E9B47E0A4E}"/>
              </a:ext>
            </a:extLst>
          </p:cNvPr>
          <p:cNvSpPr>
            <a:spLocks noGrp="1"/>
          </p:cNvSpPr>
          <p:nvPr>
            <p:ph type="title"/>
          </p:nvPr>
        </p:nvSpPr>
        <p:spPr>
          <a:xfrm>
            <a:off x="1640156" y="-1"/>
            <a:ext cx="10551844" cy="1400961"/>
          </a:xfrm>
        </p:spPr>
        <p:txBody>
          <a:bodyPr>
            <a:normAutofit/>
          </a:bodyPr>
          <a:lstStyle/>
          <a:p>
            <a:pPr algn="ctr"/>
            <a:r>
              <a:rPr lang="en-PH" sz="7200" b="1" dirty="0">
                <a:solidFill>
                  <a:schemeClr val="bg1"/>
                </a:solidFill>
              </a:rPr>
              <a:t>1 John 5:19 NIV</a:t>
            </a:r>
          </a:p>
        </p:txBody>
      </p:sp>
      <p:sp>
        <p:nvSpPr>
          <p:cNvPr id="3" name="Content Placeholder 2">
            <a:extLst>
              <a:ext uri="{FF2B5EF4-FFF2-40B4-BE49-F238E27FC236}">
                <a16:creationId xmlns:a16="http://schemas.microsoft.com/office/drawing/2014/main" id="{34437BDC-D039-41E6-A742-F90D7278B414}"/>
              </a:ext>
            </a:extLst>
          </p:cNvPr>
          <p:cNvSpPr>
            <a:spLocks noGrp="1"/>
          </p:cNvSpPr>
          <p:nvPr>
            <p:ph idx="1"/>
          </p:nvPr>
        </p:nvSpPr>
        <p:spPr>
          <a:xfrm>
            <a:off x="650344" y="1400960"/>
            <a:ext cx="11541655" cy="5457040"/>
          </a:xfrm>
        </p:spPr>
        <p:txBody>
          <a:bodyPr>
            <a:normAutofit/>
          </a:bodyPr>
          <a:lstStyle/>
          <a:p>
            <a:pPr marL="0" indent="0" algn="ctr">
              <a:buNone/>
            </a:pPr>
            <a:endParaRPr lang="en-US" sz="6000" dirty="0">
              <a:solidFill>
                <a:schemeClr val="bg1"/>
              </a:solidFill>
            </a:endParaRPr>
          </a:p>
          <a:p>
            <a:pPr marL="0" indent="0" algn="ctr">
              <a:buNone/>
            </a:pPr>
            <a:r>
              <a:rPr lang="en-US" sz="6000" dirty="0">
                <a:solidFill>
                  <a:schemeClr val="bg1"/>
                </a:solidFill>
              </a:rPr>
              <a:t>We know that we are children of God, and that the whole world is under the control of the evil one.</a:t>
            </a:r>
            <a:endParaRPr lang="en-PH" sz="6000" dirty="0">
              <a:solidFill>
                <a:schemeClr val="bg1"/>
              </a:solidFill>
            </a:endParaRPr>
          </a:p>
        </p:txBody>
      </p:sp>
    </p:spTree>
    <p:extLst>
      <p:ext uri="{BB962C8B-B14F-4D97-AF65-F5344CB8AC3E}">
        <p14:creationId xmlns:p14="http://schemas.microsoft.com/office/powerpoint/2010/main" val="32449343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398C59F-5A18-487B-91D6-B955AACF2E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9" name="Freeform 11">
              <a:extLst>
                <a:ext uri="{FF2B5EF4-FFF2-40B4-BE49-F238E27FC236}">
                  <a16:creationId xmlns:a16="http://schemas.microsoft.com/office/drawing/2014/main" id="{0557FAFE-C7C3-47EC-A4F5-9B21663192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0" name="Freeform 12">
              <a:extLst>
                <a:ext uri="{FF2B5EF4-FFF2-40B4-BE49-F238E27FC236}">
                  <a16:creationId xmlns:a16="http://schemas.microsoft.com/office/drawing/2014/main" id="{95BC28FB-3882-4674-9D79-EA58BEB7C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11" name="Freeform 13">
              <a:extLst>
                <a:ext uri="{FF2B5EF4-FFF2-40B4-BE49-F238E27FC236}">
                  <a16:creationId xmlns:a16="http://schemas.microsoft.com/office/drawing/2014/main" id="{9C6EC892-83F9-402F-8552-0AD7C0556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12" name="Freeform 14">
              <a:extLst>
                <a:ext uri="{FF2B5EF4-FFF2-40B4-BE49-F238E27FC236}">
                  <a16:creationId xmlns:a16="http://schemas.microsoft.com/office/drawing/2014/main" id="{18387766-037C-4EF0-8471-D19CBF2A4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13" name="Freeform 15">
              <a:extLst>
                <a:ext uri="{FF2B5EF4-FFF2-40B4-BE49-F238E27FC236}">
                  <a16:creationId xmlns:a16="http://schemas.microsoft.com/office/drawing/2014/main" id="{1E364F38-6F3A-476A-93E6-962EA817C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4" name="Freeform 16">
              <a:extLst>
                <a:ext uri="{FF2B5EF4-FFF2-40B4-BE49-F238E27FC236}">
                  <a16:creationId xmlns:a16="http://schemas.microsoft.com/office/drawing/2014/main" id="{35C335A4-1E67-4293-8BE2-DFB085D4F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15" name="Freeform 17">
              <a:extLst>
                <a:ext uri="{FF2B5EF4-FFF2-40B4-BE49-F238E27FC236}">
                  <a16:creationId xmlns:a16="http://schemas.microsoft.com/office/drawing/2014/main" id="{9A8A0F10-2C98-4297-9F92-5D9553392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16" name="Freeform 18">
              <a:extLst>
                <a:ext uri="{FF2B5EF4-FFF2-40B4-BE49-F238E27FC236}">
                  <a16:creationId xmlns:a16="http://schemas.microsoft.com/office/drawing/2014/main" id="{C3B112A3-006E-4008-A778-DB5F6A09D5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17" name="Freeform 19">
              <a:extLst>
                <a:ext uri="{FF2B5EF4-FFF2-40B4-BE49-F238E27FC236}">
                  <a16:creationId xmlns:a16="http://schemas.microsoft.com/office/drawing/2014/main" id="{E5E62767-5C25-4C49-9568-432433A3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18" name="Freeform 20">
              <a:extLst>
                <a:ext uri="{FF2B5EF4-FFF2-40B4-BE49-F238E27FC236}">
                  <a16:creationId xmlns:a16="http://schemas.microsoft.com/office/drawing/2014/main" id="{598EC006-77B1-42BA-B815-66CCB9B170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19" name="Freeform 21">
              <a:extLst>
                <a:ext uri="{FF2B5EF4-FFF2-40B4-BE49-F238E27FC236}">
                  <a16:creationId xmlns:a16="http://schemas.microsoft.com/office/drawing/2014/main" id="{A144ED09-DA06-491D-95A8-AB3DED4329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20" name="Freeform 22">
              <a:extLst>
                <a:ext uri="{FF2B5EF4-FFF2-40B4-BE49-F238E27FC236}">
                  <a16:creationId xmlns:a16="http://schemas.microsoft.com/office/drawing/2014/main" id="{1CB00BD2-11CD-4A38-8F38-02B0D1105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22" name="Group 21">
            <a:extLst>
              <a:ext uri="{FF2B5EF4-FFF2-40B4-BE49-F238E27FC236}">
                <a16:creationId xmlns:a16="http://schemas.microsoft.com/office/drawing/2014/main" id="{520234FB-542E-4550-9C2F-1B56FD41A1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3" name="Freeform 27">
              <a:extLst>
                <a:ext uri="{FF2B5EF4-FFF2-40B4-BE49-F238E27FC236}">
                  <a16:creationId xmlns:a16="http://schemas.microsoft.com/office/drawing/2014/main" id="{41FCE1F3-DEB3-47CD-90FF-7DABB4AF4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24" name="Freeform 28">
              <a:extLst>
                <a:ext uri="{FF2B5EF4-FFF2-40B4-BE49-F238E27FC236}">
                  <a16:creationId xmlns:a16="http://schemas.microsoft.com/office/drawing/2014/main" id="{5708E488-C19B-452C-B197-6F1C34F6E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25" name="Freeform 29">
              <a:extLst>
                <a:ext uri="{FF2B5EF4-FFF2-40B4-BE49-F238E27FC236}">
                  <a16:creationId xmlns:a16="http://schemas.microsoft.com/office/drawing/2014/main" id="{89D3FD25-890E-4981-A71D-EE796873D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26" name="Freeform 30">
              <a:extLst>
                <a:ext uri="{FF2B5EF4-FFF2-40B4-BE49-F238E27FC236}">
                  <a16:creationId xmlns:a16="http://schemas.microsoft.com/office/drawing/2014/main" id="{51B5414C-556A-47CB-8EE2-974A85A7A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27" name="Freeform 31">
              <a:extLst>
                <a:ext uri="{FF2B5EF4-FFF2-40B4-BE49-F238E27FC236}">
                  <a16:creationId xmlns:a16="http://schemas.microsoft.com/office/drawing/2014/main" id="{1C02B20C-2B27-4B75-8AEE-A5D2E2674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28" name="Freeform 32">
              <a:extLst>
                <a:ext uri="{FF2B5EF4-FFF2-40B4-BE49-F238E27FC236}">
                  <a16:creationId xmlns:a16="http://schemas.microsoft.com/office/drawing/2014/main" id="{54427714-F9AA-4F93-BD1D-400F1EA93F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29" name="Freeform 33">
              <a:extLst>
                <a:ext uri="{FF2B5EF4-FFF2-40B4-BE49-F238E27FC236}">
                  <a16:creationId xmlns:a16="http://schemas.microsoft.com/office/drawing/2014/main" id="{28A77D6A-9E81-497F-ABCC-2695BB5ADD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30" name="Freeform 34">
              <a:extLst>
                <a:ext uri="{FF2B5EF4-FFF2-40B4-BE49-F238E27FC236}">
                  <a16:creationId xmlns:a16="http://schemas.microsoft.com/office/drawing/2014/main" id="{2A1533BA-1478-4F7C-8E24-3F3E905050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31" name="Freeform 35">
              <a:extLst>
                <a:ext uri="{FF2B5EF4-FFF2-40B4-BE49-F238E27FC236}">
                  <a16:creationId xmlns:a16="http://schemas.microsoft.com/office/drawing/2014/main" id="{39686201-E633-40FD-A80A-1E28AD52E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32" name="Freeform 36">
              <a:extLst>
                <a:ext uri="{FF2B5EF4-FFF2-40B4-BE49-F238E27FC236}">
                  <a16:creationId xmlns:a16="http://schemas.microsoft.com/office/drawing/2014/main" id="{76A215C2-F590-4938-810B-F8A79366C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33" name="Freeform 37">
              <a:extLst>
                <a:ext uri="{FF2B5EF4-FFF2-40B4-BE49-F238E27FC236}">
                  <a16:creationId xmlns:a16="http://schemas.microsoft.com/office/drawing/2014/main" id="{85F418E7-330D-4002-8EC8-33C1A897FF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34" name="Freeform 38">
              <a:extLst>
                <a:ext uri="{FF2B5EF4-FFF2-40B4-BE49-F238E27FC236}">
                  <a16:creationId xmlns:a16="http://schemas.microsoft.com/office/drawing/2014/main" id="{8FFE669A-54C9-4436-9566-C5A90F16DB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36" name="Rectangle 35">
            <a:extLst>
              <a:ext uri="{FF2B5EF4-FFF2-40B4-BE49-F238E27FC236}">
                <a16:creationId xmlns:a16="http://schemas.microsoft.com/office/drawing/2014/main" id="{DE91395A-2D18-4AF6-A0AC-AAA7189FE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Freeform 6">
            <a:extLst>
              <a:ext uri="{FF2B5EF4-FFF2-40B4-BE49-F238E27FC236}">
                <a16:creationId xmlns:a16="http://schemas.microsoft.com/office/drawing/2014/main" id="{7BD08880-457D-4C62-A3B5-6A9B0878C7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useBgFill="1">
        <p:nvSpPr>
          <p:cNvPr id="40" name="Rectangle 39">
            <a:extLst>
              <a:ext uri="{FF2B5EF4-FFF2-40B4-BE49-F238E27FC236}">
                <a16:creationId xmlns:a16="http://schemas.microsoft.com/office/drawing/2014/main" id="{1FF9CEF5-A50D-4B8B-9852-D76F703786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Close up image of hands applauding">
            <a:extLst>
              <a:ext uri="{FF2B5EF4-FFF2-40B4-BE49-F238E27FC236}">
                <a16:creationId xmlns:a16="http://schemas.microsoft.com/office/drawing/2014/main" id="{0CE8DFDA-06F3-A933-F6B8-0C95D06D0B96}"/>
              </a:ext>
            </a:extLst>
          </p:cNvPr>
          <p:cNvPicPr>
            <a:picLocks noChangeAspect="1"/>
          </p:cNvPicPr>
          <p:nvPr/>
        </p:nvPicPr>
        <p:blipFill>
          <a:blip r:embed="rId2">
            <a:alphaModFix amt="40000"/>
          </a:blip>
          <a:srcRect t="596" b="15134"/>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8485FC08-84B6-4F3F-B0F2-56F33728539C}"/>
              </a:ext>
            </a:extLst>
          </p:cNvPr>
          <p:cNvSpPr>
            <a:spLocks noGrp="1"/>
          </p:cNvSpPr>
          <p:nvPr>
            <p:ph type="title"/>
          </p:nvPr>
        </p:nvSpPr>
        <p:spPr>
          <a:xfrm>
            <a:off x="1328540" y="422565"/>
            <a:ext cx="10762809" cy="4679834"/>
          </a:xfrm>
        </p:spPr>
        <p:txBody>
          <a:bodyPr vert="horz" lIns="91440" tIns="45720" rIns="91440" bIns="45720" rtlCol="0" anchor="b">
            <a:normAutofit/>
          </a:bodyPr>
          <a:lstStyle/>
          <a:p>
            <a:pPr algn="ctr"/>
            <a:r>
              <a:rPr lang="en-US" sz="6600" b="1" dirty="0">
                <a:solidFill>
                  <a:schemeClr val="tx1"/>
                </a:solidFill>
                <a:effectLst/>
              </a:rPr>
              <a:t>Optimism is Positive Thinking</a:t>
            </a:r>
            <a:br>
              <a:rPr lang="en-US" sz="6600" b="1" dirty="0">
                <a:solidFill>
                  <a:schemeClr val="tx1"/>
                </a:solidFill>
              </a:rPr>
            </a:br>
            <a:r>
              <a:rPr lang="en-US" sz="6600" b="1" dirty="0">
                <a:solidFill>
                  <a:schemeClr val="tx1"/>
                </a:solidFill>
                <a:effectLst/>
              </a:rPr>
              <a:t>Hope is Passionate Trusting</a:t>
            </a:r>
            <a:endParaRPr lang="en-US" sz="6600" dirty="0">
              <a:solidFill>
                <a:schemeClr val="tx1"/>
              </a:solidFill>
            </a:endParaRPr>
          </a:p>
        </p:txBody>
      </p:sp>
      <p:sp>
        <p:nvSpPr>
          <p:cNvPr id="42" name="Rectangle 41">
            <a:extLst>
              <a:ext uri="{FF2B5EF4-FFF2-40B4-BE49-F238E27FC236}">
                <a16:creationId xmlns:a16="http://schemas.microsoft.com/office/drawing/2014/main" id="{30684D86-C9D1-40C3-A9B6-EC935C7312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4" name="Freeform 33">
            <a:extLst>
              <a:ext uri="{FF2B5EF4-FFF2-40B4-BE49-F238E27FC236}">
                <a16:creationId xmlns:a16="http://schemas.microsoft.com/office/drawing/2014/main" id="{1EDF7896-F56A-49DA-90F3-F5CE8B9833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Tree>
    <p:extLst>
      <p:ext uri="{BB962C8B-B14F-4D97-AF65-F5344CB8AC3E}">
        <p14:creationId xmlns:p14="http://schemas.microsoft.com/office/powerpoint/2010/main" val="396018737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leaves&#10;&#10;Description automatically generated">
            <a:extLst>
              <a:ext uri="{FF2B5EF4-FFF2-40B4-BE49-F238E27FC236}">
                <a16:creationId xmlns:a16="http://schemas.microsoft.com/office/drawing/2014/main" id="{8AA321DB-A691-E3D4-6F97-32FB84F23E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861217F-451E-480D-997C-D4E9B47E0A4E}"/>
              </a:ext>
            </a:extLst>
          </p:cNvPr>
          <p:cNvSpPr>
            <a:spLocks noGrp="1"/>
          </p:cNvSpPr>
          <p:nvPr>
            <p:ph type="title"/>
          </p:nvPr>
        </p:nvSpPr>
        <p:spPr>
          <a:xfrm>
            <a:off x="1640156" y="-1"/>
            <a:ext cx="10551844" cy="1400961"/>
          </a:xfrm>
        </p:spPr>
        <p:txBody>
          <a:bodyPr>
            <a:normAutofit/>
          </a:bodyPr>
          <a:lstStyle/>
          <a:p>
            <a:pPr algn="ctr"/>
            <a:r>
              <a:rPr lang="en-PH" sz="7200" b="1" dirty="0">
                <a:solidFill>
                  <a:schemeClr val="bg1"/>
                </a:solidFill>
              </a:rPr>
              <a:t>2 Timothy 1:12 GNT</a:t>
            </a:r>
          </a:p>
        </p:txBody>
      </p:sp>
      <p:sp>
        <p:nvSpPr>
          <p:cNvPr id="3" name="Content Placeholder 2">
            <a:extLst>
              <a:ext uri="{FF2B5EF4-FFF2-40B4-BE49-F238E27FC236}">
                <a16:creationId xmlns:a16="http://schemas.microsoft.com/office/drawing/2014/main" id="{34437BDC-D039-41E6-A742-F90D7278B414}"/>
              </a:ext>
            </a:extLst>
          </p:cNvPr>
          <p:cNvSpPr>
            <a:spLocks noGrp="1"/>
          </p:cNvSpPr>
          <p:nvPr>
            <p:ph idx="1"/>
          </p:nvPr>
        </p:nvSpPr>
        <p:spPr>
          <a:xfrm>
            <a:off x="516530" y="1300599"/>
            <a:ext cx="11541655" cy="5457040"/>
          </a:xfrm>
        </p:spPr>
        <p:txBody>
          <a:bodyPr>
            <a:normAutofit lnSpcReduction="10000"/>
          </a:bodyPr>
          <a:lstStyle/>
          <a:p>
            <a:pPr marL="0" indent="0" algn="ctr">
              <a:buNone/>
            </a:pPr>
            <a:r>
              <a:rPr lang="en-US" sz="5400" dirty="0">
                <a:solidFill>
                  <a:schemeClr val="bg1"/>
                </a:solidFill>
              </a:rPr>
              <a:t>and it is for this reason that I suffer these things. But I am still full of confidence, </a:t>
            </a:r>
            <a:r>
              <a:rPr lang="en-US" sz="5400" i="1" dirty="0">
                <a:solidFill>
                  <a:schemeClr val="bg1"/>
                </a:solidFill>
              </a:rPr>
              <a:t>because</a:t>
            </a:r>
            <a:r>
              <a:rPr lang="en-US" sz="5400" b="1" i="1" dirty="0">
                <a:solidFill>
                  <a:schemeClr val="bg1"/>
                </a:solidFill>
              </a:rPr>
              <a:t> I know whom I have trusted,</a:t>
            </a:r>
            <a:r>
              <a:rPr lang="en-US" sz="5400" b="1" dirty="0">
                <a:solidFill>
                  <a:schemeClr val="bg1"/>
                </a:solidFill>
              </a:rPr>
              <a:t> </a:t>
            </a:r>
            <a:r>
              <a:rPr lang="en-US" sz="5400" dirty="0">
                <a:solidFill>
                  <a:schemeClr val="bg1"/>
                </a:solidFill>
              </a:rPr>
              <a:t>and I am sure that he is able to keep safe until that Day what he has entrusted to me.</a:t>
            </a:r>
            <a:endParaRPr lang="en-PH" sz="5400" dirty="0">
              <a:solidFill>
                <a:schemeClr val="bg1"/>
              </a:solidFill>
            </a:endParaRPr>
          </a:p>
        </p:txBody>
      </p:sp>
    </p:spTree>
    <p:extLst>
      <p:ext uri="{BB962C8B-B14F-4D97-AF65-F5344CB8AC3E}">
        <p14:creationId xmlns:p14="http://schemas.microsoft.com/office/powerpoint/2010/main" val="32156126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398C59F-5A18-487B-91D6-B955AACF2E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9" name="Freeform 11">
              <a:extLst>
                <a:ext uri="{FF2B5EF4-FFF2-40B4-BE49-F238E27FC236}">
                  <a16:creationId xmlns:a16="http://schemas.microsoft.com/office/drawing/2014/main" id="{0557FAFE-C7C3-47EC-A4F5-9B21663192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0" name="Freeform 12">
              <a:extLst>
                <a:ext uri="{FF2B5EF4-FFF2-40B4-BE49-F238E27FC236}">
                  <a16:creationId xmlns:a16="http://schemas.microsoft.com/office/drawing/2014/main" id="{95BC28FB-3882-4674-9D79-EA58BEB7C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11" name="Freeform 13">
              <a:extLst>
                <a:ext uri="{FF2B5EF4-FFF2-40B4-BE49-F238E27FC236}">
                  <a16:creationId xmlns:a16="http://schemas.microsoft.com/office/drawing/2014/main" id="{9C6EC892-83F9-402F-8552-0AD7C0556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12" name="Freeform 14">
              <a:extLst>
                <a:ext uri="{FF2B5EF4-FFF2-40B4-BE49-F238E27FC236}">
                  <a16:creationId xmlns:a16="http://schemas.microsoft.com/office/drawing/2014/main" id="{18387766-037C-4EF0-8471-D19CBF2A4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13" name="Freeform 15">
              <a:extLst>
                <a:ext uri="{FF2B5EF4-FFF2-40B4-BE49-F238E27FC236}">
                  <a16:creationId xmlns:a16="http://schemas.microsoft.com/office/drawing/2014/main" id="{1E364F38-6F3A-476A-93E6-962EA817C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4" name="Freeform 16">
              <a:extLst>
                <a:ext uri="{FF2B5EF4-FFF2-40B4-BE49-F238E27FC236}">
                  <a16:creationId xmlns:a16="http://schemas.microsoft.com/office/drawing/2014/main" id="{35C335A4-1E67-4293-8BE2-DFB085D4F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15" name="Freeform 17">
              <a:extLst>
                <a:ext uri="{FF2B5EF4-FFF2-40B4-BE49-F238E27FC236}">
                  <a16:creationId xmlns:a16="http://schemas.microsoft.com/office/drawing/2014/main" id="{9A8A0F10-2C98-4297-9F92-5D9553392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16" name="Freeform 18">
              <a:extLst>
                <a:ext uri="{FF2B5EF4-FFF2-40B4-BE49-F238E27FC236}">
                  <a16:creationId xmlns:a16="http://schemas.microsoft.com/office/drawing/2014/main" id="{C3B112A3-006E-4008-A778-DB5F6A09D5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17" name="Freeform 19">
              <a:extLst>
                <a:ext uri="{FF2B5EF4-FFF2-40B4-BE49-F238E27FC236}">
                  <a16:creationId xmlns:a16="http://schemas.microsoft.com/office/drawing/2014/main" id="{E5E62767-5C25-4C49-9568-432433A3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18" name="Freeform 20">
              <a:extLst>
                <a:ext uri="{FF2B5EF4-FFF2-40B4-BE49-F238E27FC236}">
                  <a16:creationId xmlns:a16="http://schemas.microsoft.com/office/drawing/2014/main" id="{598EC006-77B1-42BA-B815-66CCB9B170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19" name="Freeform 21">
              <a:extLst>
                <a:ext uri="{FF2B5EF4-FFF2-40B4-BE49-F238E27FC236}">
                  <a16:creationId xmlns:a16="http://schemas.microsoft.com/office/drawing/2014/main" id="{A144ED09-DA06-491D-95A8-AB3DED4329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20" name="Freeform 22">
              <a:extLst>
                <a:ext uri="{FF2B5EF4-FFF2-40B4-BE49-F238E27FC236}">
                  <a16:creationId xmlns:a16="http://schemas.microsoft.com/office/drawing/2014/main" id="{1CB00BD2-11CD-4A38-8F38-02B0D1105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22" name="Group 21">
            <a:extLst>
              <a:ext uri="{FF2B5EF4-FFF2-40B4-BE49-F238E27FC236}">
                <a16:creationId xmlns:a16="http://schemas.microsoft.com/office/drawing/2014/main" id="{520234FB-542E-4550-9C2F-1B56FD41A1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3" name="Freeform 27">
              <a:extLst>
                <a:ext uri="{FF2B5EF4-FFF2-40B4-BE49-F238E27FC236}">
                  <a16:creationId xmlns:a16="http://schemas.microsoft.com/office/drawing/2014/main" id="{41FCE1F3-DEB3-47CD-90FF-7DABB4AF4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24" name="Freeform 28">
              <a:extLst>
                <a:ext uri="{FF2B5EF4-FFF2-40B4-BE49-F238E27FC236}">
                  <a16:creationId xmlns:a16="http://schemas.microsoft.com/office/drawing/2014/main" id="{5708E488-C19B-452C-B197-6F1C34F6E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25" name="Freeform 29">
              <a:extLst>
                <a:ext uri="{FF2B5EF4-FFF2-40B4-BE49-F238E27FC236}">
                  <a16:creationId xmlns:a16="http://schemas.microsoft.com/office/drawing/2014/main" id="{89D3FD25-890E-4981-A71D-EE796873D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26" name="Freeform 30">
              <a:extLst>
                <a:ext uri="{FF2B5EF4-FFF2-40B4-BE49-F238E27FC236}">
                  <a16:creationId xmlns:a16="http://schemas.microsoft.com/office/drawing/2014/main" id="{51B5414C-556A-47CB-8EE2-974A85A7A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27" name="Freeform 31">
              <a:extLst>
                <a:ext uri="{FF2B5EF4-FFF2-40B4-BE49-F238E27FC236}">
                  <a16:creationId xmlns:a16="http://schemas.microsoft.com/office/drawing/2014/main" id="{1C02B20C-2B27-4B75-8AEE-A5D2E2674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28" name="Freeform 32">
              <a:extLst>
                <a:ext uri="{FF2B5EF4-FFF2-40B4-BE49-F238E27FC236}">
                  <a16:creationId xmlns:a16="http://schemas.microsoft.com/office/drawing/2014/main" id="{54427714-F9AA-4F93-BD1D-400F1EA93F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29" name="Freeform 33">
              <a:extLst>
                <a:ext uri="{FF2B5EF4-FFF2-40B4-BE49-F238E27FC236}">
                  <a16:creationId xmlns:a16="http://schemas.microsoft.com/office/drawing/2014/main" id="{28A77D6A-9E81-497F-ABCC-2695BB5ADD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30" name="Freeform 34">
              <a:extLst>
                <a:ext uri="{FF2B5EF4-FFF2-40B4-BE49-F238E27FC236}">
                  <a16:creationId xmlns:a16="http://schemas.microsoft.com/office/drawing/2014/main" id="{2A1533BA-1478-4F7C-8E24-3F3E905050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31" name="Freeform 35">
              <a:extLst>
                <a:ext uri="{FF2B5EF4-FFF2-40B4-BE49-F238E27FC236}">
                  <a16:creationId xmlns:a16="http://schemas.microsoft.com/office/drawing/2014/main" id="{39686201-E633-40FD-A80A-1E28AD52E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32" name="Freeform 36">
              <a:extLst>
                <a:ext uri="{FF2B5EF4-FFF2-40B4-BE49-F238E27FC236}">
                  <a16:creationId xmlns:a16="http://schemas.microsoft.com/office/drawing/2014/main" id="{76A215C2-F590-4938-810B-F8A79366C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33" name="Freeform 37">
              <a:extLst>
                <a:ext uri="{FF2B5EF4-FFF2-40B4-BE49-F238E27FC236}">
                  <a16:creationId xmlns:a16="http://schemas.microsoft.com/office/drawing/2014/main" id="{85F418E7-330D-4002-8EC8-33C1A897FF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34" name="Freeform 38">
              <a:extLst>
                <a:ext uri="{FF2B5EF4-FFF2-40B4-BE49-F238E27FC236}">
                  <a16:creationId xmlns:a16="http://schemas.microsoft.com/office/drawing/2014/main" id="{8FFE669A-54C9-4436-9566-C5A90F16DB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36" name="Rectangle 35">
            <a:extLst>
              <a:ext uri="{FF2B5EF4-FFF2-40B4-BE49-F238E27FC236}">
                <a16:creationId xmlns:a16="http://schemas.microsoft.com/office/drawing/2014/main" id="{DE91395A-2D18-4AF6-A0AC-AAA7189FE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Freeform 6">
            <a:extLst>
              <a:ext uri="{FF2B5EF4-FFF2-40B4-BE49-F238E27FC236}">
                <a16:creationId xmlns:a16="http://schemas.microsoft.com/office/drawing/2014/main" id="{7BD08880-457D-4C62-A3B5-6A9B0878C7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useBgFill="1">
        <p:nvSpPr>
          <p:cNvPr id="40" name="Rectangle 39">
            <a:extLst>
              <a:ext uri="{FF2B5EF4-FFF2-40B4-BE49-F238E27FC236}">
                <a16:creationId xmlns:a16="http://schemas.microsoft.com/office/drawing/2014/main" id="{1FF9CEF5-A50D-4B8B-9852-D76F703786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Hand reaching out to sun">
            <a:extLst>
              <a:ext uri="{FF2B5EF4-FFF2-40B4-BE49-F238E27FC236}">
                <a16:creationId xmlns:a16="http://schemas.microsoft.com/office/drawing/2014/main" id="{3410C305-3D2A-7387-BA0E-F080DD8CE1F2}"/>
              </a:ext>
            </a:extLst>
          </p:cNvPr>
          <p:cNvPicPr>
            <a:picLocks noChangeAspect="1"/>
          </p:cNvPicPr>
          <p:nvPr/>
        </p:nvPicPr>
        <p:blipFill>
          <a:blip r:embed="rId2">
            <a:alphaModFix amt="40000"/>
          </a:blip>
          <a:srcRect b="16045"/>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4D06D319-54B7-4EE2-A2A4-1B6ED805D1E8}"/>
              </a:ext>
            </a:extLst>
          </p:cNvPr>
          <p:cNvSpPr>
            <a:spLocks noGrp="1"/>
          </p:cNvSpPr>
          <p:nvPr>
            <p:ph type="title"/>
          </p:nvPr>
        </p:nvSpPr>
        <p:spPr>
          <a:xfrm>
            <a:off x="2083323" y="2436882"/>
            <a:ext cx="9862600" cy="2922582"/>
          </a:xfrm>
        </p:spPr>
        <p:txBody>
          <a:bodyPr vert="horz" lIns="91440" tIns="45720" rIns="91440" bIns="45720" rtlCol="0" anchor="b">
            <a:normAutofit/>
          </a:bodyPr>
          <a:lstStyle/>
          <a:p>
            <a:pPr>
              <a:lnSpc>
                <a:spcPct val="90000"/>
              </a:lnSpc>
            </a:pPr>
            <a:r>
              <a:rPr lang="en-US" sz="6000" dirty="0">
                <a:solidFill>
                  <a:schemeClr val="tx1"/>
                </a:solidFill>
              </a:rPr>
              <a:t>1.</a:t>
            </a:r>
            <a:r>
              <a:rPr lang="en-US" sz="6000" b="1" dirty="0">
                <a:solidFill>
                  <a:schemeClr val="tx1"/>
                </a:solidFill>
                <a:effectLst/>
              </a:rPr>
              <a:t> That GOD choose you before You choose Him.</a:t>
            </a:r>
            <a:br>
              <a:rPr lang="en-US" sz="6000" dirty="0">
                <a:solidFill>
                  <a:schemeClr val="tx1"/>
                </a:solidFill>
                <a:effectLst/>
              </a:rPr>
            </a:br>
            <a:endParaRPr lang="en-US" sz="6000" dirty="0">
              <a:solidFill>
                <a:schemeClr val="tx1"/>
              </a:solidFill>
            </a:endParaRPr>
          </a:p>
        </p:txBody>
      </p:sp>
      <p:sp>
        <p:nvSpPr>
          <p:cNvPr id="42" name="Rectangle 41">
            <a:extLst>
              <a:ext uri="{FF2B5EF4-FFF2-40B4-BE49-F238E27FC236}">
                <a16:creationId xmlns:a16="http://schemas.microsoft.com/office/drawing/2014/main" id="{30684D86-C9D1-40C3-A9B6-EC935C7312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4" name="Freeform 33">
            <a:extLst>
              <a:ext uri="{FF2B5EF4-FFF2-40B4-BE49-F238E27FC236}">
                <a16:creationId xmlns:a16="http://schemas.microsoft.com/office/drawing/2014/main" id="{1EDF7896-F56A-49DA-90F3-F5CE8B9833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Tree>
    <p:extLst>
      <p:ext uri="{BB962C8B-B14F-4D97-AF65-F5344CB8AC3E}">
        <p14:creationId xmlns:p14="http://schemas.microsoft.com/office/powerpoint/2010/main" val="100999251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leaves&#10;&#10;Description automatically generated">
            <a:extLst>
              <a:ext uri="{FF2B5EF4-FFF2-40B4-BE49-F238E27FC236}">
                <a16:creationId xmlns:a16="http://schemas.microsoft.com/office/drawing/2014/main" id="{257E1EBB-3885-7C40-C47D-304CB448E2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861217F-451E-480D-997C-D4E9B47E0A4E}"/>
              </a:ext>
            </a:extLst>
          </p:cNvPr>
          <p:cNvSpPr>
            <a:spLocks noGrp="1"/>
          </p:cNvSpPr>
          <p:nvPr>
            <p:ph type="title"/>
          </p:nvPr>
        </p:nvSpPr>
        <p:spPr>
          <a:xfrm>
            <a:off x="989811" y="144965"/>
            <a:ext cx="10551844" cy="1400961"/>
          </a:xfrm>
        </p:spPr>
        <p:txBody>
          <a:bodyPr>
            <a:normAutofit/>
          </a:bodyPr>
          <a:lstStyle/>
          <a:p>
            <a:pPr algn="ctr"/>
            <a:r>
              <a:rPr lang="en-PH" sz="7200" b="1" dirty="0">
                <a:solidFill>
                  <a:schemeClr val="bg1"/>
                </a:solidFill>
              </a:rPr>
              <a:t>Psalm 115:8 GNT</a:t>
            </a:r>
          </a:p>
        </p:txBody>
      </p:sp>
      <p:sp>
        <p:nvSpPr>
          <p:cNvPr id="3" name="Content Placeholder 2">
            <a:extLst>
              <a:ext uri="{FF2B5EF4-FFF2-40B4-BE49-F238E27FC236}">
                <a16:creationId xmlns:a16="http://schemas.microsoft.com/office/drawing/2014/main" id="{34437BDC-D039-41E6-A742-F90D7278B414}"/>
              </a:ext>
            </a:extLst>
          </p:cNvPr>
          <p:cNvSpPr>
            <a:spLocks noGrp="1"/>
          </p:cNvSpPr>
          <p:nvPr>
            <p:ph idx="1"/>
          </p:nvPr>
        </p:nvSpPr>
        <p:spPr>
          <a:xfrm>
            <a:off x="650345" y="1400960"/>
            <a:ext cx="10757354" cy="5457040"/>
          </a:xfrm>
        </p:spPr>
        <p:txBody>
          <a:bodyPr>
            <a:normAutofit/>
          </a:bodyPr>
          <a:lstStyle/>
          <a:p>
            <a:pPr marL="0" indent="0" algn="ctr">
              <a:buNone/>
            </a:pPr>
            <a:endParaRPr lang="en-US" sz="5400" dirty="0">
              <a:solidFill>
                <a:schemeClr val="bg1"/>
              </a:solidFill>
            </a:endParaRPr>
          </a:p>
          <a:p>
            <a:pPr marL="0" indent="0" algn="ctr">
              <a:buNone/>
            </a:pPr>
            <a:r>
              <a:rPr lang="en-US" sz="5400" dirty="0">
                <a:solidFill>
                  <a:schemeClr val="bg1"/>
                </a:solidFill>
              </a:rPr>
              <a:t>May all who made them and who trust in them</a:t>
            </a:r>
          </a:p>
          <a:p>
            <a:pPr marL="0" indent="0" algn="ctr">
              <a:buNone/>
            </a:pPr>
            <a:r>
              <a:rPr lang="en-US" sz="5400" dirty="0">
                <a:solidFill>
                  <a:schemeClr val="bg1"/>
                </a:solidFill>
              </a:rPr>
              <a:t>    become like the idols they have made.</a:t>
            </a:r>
          </a:p>
          <a:p>
            <a:pPr marL="0" indent="0" algn="ctr">
              <a:buNone/>
            </a:pPr>
            <a:endParaRPr lang="en-PH" sz="5400" dirty="0">
              <a:solidFill>
                <a:schemeClr val="bg1"/>
              </a:solidFill>
            </a:endParaRPr>
          </a:p>
        </p:txBody>
      </p:sp>
    </p:spTree>
    <p:extLst>
      <p:ext uri="{BB962C8B-B14F-4D97-AF65-F5344CB8AC3E}">
        <p14:creationId xmlns:p14="http://schemas.microsoft.com/office/powerpoint/2010/main" val="40074250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leaves&#10;&#10;Description automatically generated">
            <a:extLst>
              <a:ext uri="{FF2B5EF4-FFF2-40B4-BE49-F238E27FC236}">
                <a16:creationId xmlns:a16="http://schemas.microsoft.com/office/drawing/2014/main" id="{BEDE70DD-AEE8-CA23-380B-32381AAA30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861217F-451E-480D-997C-D4E9B47E0A4E}"/>
              </a:ext>
            </a:extLst>
          </p:cNvPr>
          <p:cNvSpPr>
            <a:spLocks noGrp="1"/>
          </p:cNvSpPr>
          <p:nvPr>
            <p:ph type="title"/>
          </p:nvPr>
        </p:nvSpPr>
        <p:spPr>
          <a:xfrm>
            <a:off x="820077" y="0"/>
            <a:ext cx="10551844" cy="1400961"/>
          </a:xfrm>
        </p:spPr>
        <p:txBody>
          <a:bodyPr>
            <a:normAutofit/>
          </a:bodyPr>
          <a:lstStyle/>
          <a:p>
            <a:pPr algn="ctr"/>
            <a:r>
              <a:rPr lang="en-PH" sz="7200" b="1" dirty="0">
                <a:solidFill>
                  <a:schemeClr val="bg1"/>
                </a:solidFill>
              </a:rPr>
              <a:t>1 Peter 1:2 GNT</a:t>
            </a:r>
          </a:p>
        </p:txBody>
      </p:sp>
      <p:sp>
        <p:nvSpPr>
          <p:cNvPr id="3" name="Content Placeholder 2">
            <a:extLst>
              <a:ext uri="{FF2B5EF4-FFF2-40B4-BE49-F238E27FC236}">
                <a16:creationId xmlns:a16="http://schemas.microsoft.com/office/drawing/2014/main" id="{34437BDC-D039-41E6-A742-F90D7278B414}"/>
              </a:ext>
            </a:extLst>
          </p:cNvPr>
          <p:cNvSpPr>
            <a:spLocks noGrp="1"/>
          </p:cNvSpPr>
          <p:nvPr>
            <p:ph idx="1"/>
          </p:nvPr>
        </p:nvSpPr>
        <p:spPr>
          <a:xfrm>
            <a:off x="325172" y="1255994"/>
            <a:ext cx="11541655" cy="5457040"/>
          </a:xfrm>
        </p:spPr>
        <p:txBody>
          <a:bodyPr>
            <a:normAutofit lnSpcReduction="10000"/>
          </a:bodyPr>
          <a:lstStyle/>
          <a:p>
            <a:pPr marL="0" indent="0" algn="ctr">
              <a:buNone/>
            </a:pPr>
            <a:r>
              <a:rPr lang="en-PH" sz="5400" b="1" baseline="30000" dirty="0">
                <a:solidFill>
                  <a:schemeClr val="bg1"/>
                </a:solidFill>
                <a:effectLst/>
                <a:latin typeface="Segoe UI" panose="020B0502040204020203" pitchFamily="34" charset="0"/>
                <a:ea typeface="Times New Roman" panose="02020603050405020304" pitchFamily="18" charset="0"/>
              </a:rPr>
              <a:t>2 </a:t>
            </a:r>
            <a:r>
              <a:rPr lang="en-PH" sz="5400" dirty="0">
                <a:solidFill>
                  <a:schemeClr val="bg1"/>
                </a:solidFill>
                <a:effectLst/>
                <a:latin typeface="Segoe UI" panose="020B0502040204020203" pitchFamily="34" charset="0"/>
                <a:ea typeface="Times New Roman" panose="02020603050405020304" pitchFamily="18" charset="0"/>
              </a:rPr>
              <a:t>You were chosen according to the purpose of God the Father and were made a holy people by his Spirit, to obey Jesus Christ and be purified by his blood.</a:t>
            </a:r>
            <a:endParaRPr lang="en-PH" sz="5400" dirty="0">
              <a:solidFill>
                <a:schemeClr val="bg1"/>
              </a:solidFill>
              <a:effectLst/>
              <a:latin typeface="Times New Roman" panose="02020603050405020304" pitchFamily="18" charset="0"/>
              <a:ea typeface="Times New Roman" panose="02020603050405020304" pitchFamily="18" charset="0"/>
            </a:endParaRPr>
          </a:p>
          <a:p>
            <a:pPr marL="0" indent="0" algn="ctr">
              <a:buNone/>
            </a:pPr>
            <a:r>
              <a:rPr lang="en-PH" sz="5400" dirty="0">
                <a:solidFill>
                  <a:schemeClr val="bg1"/>
                </a:solidFill>
                <a:effectLst/>
                <a:latin typeface="Segoe UI" panose="020B0502040204020203" pitchFamily="34" charset="0"/>
                <a:ea typeface="Times New Roman" panose="02020603050405020304" pitchFamily="18" charset="0"/>
              </a:rPr>
              <a:t>May grace and peace be yours in full measure.</a:t>
            </a:r>
            <a:endParaRPr lang="en-PH" sz="5400" dirty="0">
              <a:solidFill>
                <a:schemeClr val="bg1"/>
              </a:solidFill>
              <a:effectLst/>
              <a:latin typeface="Times New Roman" panose="02020603050405020304" pitchFamily="18" charset="0"/>
              <a:ea typeface="Times New Roman" panose="02020603050405020304" pitchFamily="18" charset="0"/>
            </a:endParaRPr>
          </a:p>
          <a:p>
            <a:pPr marL="0" indent="0" algn="ctr">
              <a:buNone/>
            </a:pPr>
            <a:endParaRPr lang="en-PH" sz="5400" dirty="0">
              <a:solidFill>
                <a:schemeClr val="bg1"/>
              </a:solidFill>
            </a:endParaRPr>
          </a:p>
        </p:txBody>
      </p:sp>
    </p:spTree>
    <p:extLst>
      <p:ext uri="{BB962C8B-B14F-4D97-AF65-F5344CB8AC3E}">
        <p14:creationId xmlns:p14="http://schemas.microsoft.com/office/powerpoint/2010/main" val="34556137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398C59F-5A18-487B-91D6-B955AACF2E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9" name="Freeform 11">
              <a:extLst>
                <a:ext uri="{FF2B5EF4-FFF2-40B4-BE49-F238E27FC236}">
                  <a16:creationId xmlns:a16="http://schemas.microsoft.com/office/drawing/2014/main" id="{0557FAFE-C7C3-47EC-A4F5-9B21663192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0" name="Freeform 12">
              <a:extLst>
                <a:ext uri="{FF2B5EF4-FFF2-40B4-BE49-F238E27FC236}">
                  <a16:creationId xmlns:a16="http://schemas.microsoft.com/office/drawing/2014/main" id="{95BC28FB-3882-4674-9D79-EA58BEB7C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11" name="Freeform 13">
              <a:extLst>
                <a:ext uri="{FF2B5EF4-FFF2-40B4-BE49-F238E27FC236}">
                  <a16:creationId xmlns:a16="http://schemas.microsoft.com/office/drawing/2014/main" id="{9C6EC892-83F9-402F-8552-0AD7C0556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12" name="Freeform 14">
              <a:extLst>
                <a:ext uri="{FF2B5EF4-FFF2-40B4-BE49-F238E27FC236}">
                  <a16:creationId xmlns:a16="http://schemas.microsoft.com/office/drawing/2014/main" id="{18387766-037C-4EF0-8471-D19CBF2A4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13" name="Freeform 15">
              <a:extLst>
                <a:ext uri="{FF2B5EF4-FFF2-40B4-BE49-F238E27FC236}">
                  <a16:creationId xmlns:a16="http://schemas.microsoft.com/office/drawing/2014/main" id="{1E364F38-6F3A-476A-93E6-962EA817C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4" name="Freeform 16">
              <a:extLst>
                <a:ext uri="{FF2B5EF4-FFF2-40B4-BE49-F238E27FC236}">
                  <a16:creationId xmlns:a16="http://schemas.microsoft.com/office/drawing/2014/main" id="{35C335A4-1E67-4293-8BE2-DFB085D4F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15" name="Freeform 17">
              <a:extLst>
                <a:ext uri="{FF2B5EF4-FFF2-40B4-BE49-F238E27FC236}">
                  <a16:creationId xmlns:a16="http://schemas.microsoft.com/office/drawing/2014/main" id="{9A8A0F10-2C98-4297-9F92-5D9553392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16" name="Freeform 18">
              <a:extLst>
                <a:ext uri="{FF2B5EF4-FFF2-40B4-BE49-F238E27FC236}">
                  <a16:creationId xmlns:a16="http://schemas.microsoft.com/office/drawing/2014/main" id="{C3B112A3-006E-4008-A778-DB5F6A09D5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17" name="Freeform 19">
              <a:extLst>
                <a:ext uri="{FF2B5EF4-FFF2-40B4-BE49-F238E27FC236}">
                  <a16:creationId xmlns:a16="http://schemas.microsoft.com/office/drawing/2014/main" id="{E5E62767-5C25-4C49-9568-432433A3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18" name="Freeform 20">
              <a:extLst>
                <a:ext uri="{FF2B5EF4-FFF2-40B4-BE49-F238E27FC236}">
                  <a16:creationId xmlns:a16="http://schemas.microsoft.com/office/drawing/2014/main" id="{598EC006-77B1-42BA-B815-66CCB9B170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19" name="Freeform 21">
              <a:extLst>
                <a:ext uri="{FF2B5EF4-FFF2-40B4-BE49-F238E27FC236}">
                  <a16:creationId xmlns:a16="http://schemas.microsoft.com/office/drawing/2014/main" id="{A144ED09-DA06-491D-95A8-AB3DED4329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20" name="Freeform 22">
              <a:extLst>
                <a:ext uri="{FF2B5EF4-FFF2-40B4-BE49-F238E27FC236}">
                  <a16:creationId xmlns:a16="http://schemas.microsoft.com/office/drawing/2014/main" id="{1CB00BD2-11CD-4A38-8F38-02B0D1105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22" name="Group 21">
            <a:extLst>
              <a:ext uri="{FF2B5EF4-FFF2-40B4-BE49-F238E27FC236}">
                <a16:creationId xmlns:a16="http://schemas.microsoft.com/office/drawing/2014/main" id="{520234FB-542E-4550-9C2F-1B56FD41A1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3" name="Freeform 27">
              <a:extLst>
                <a:ext uri="{FF2B5EF4-FFF2-40B4-BE49-F238E27FC236}">
                  <a16:creationId xmlns:a16="http://schemas.microsoft.com/office/drawing/2014/main" id="{41FCE1F3-DEB3-47CD-90FF-7DABB4AF4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24" name="Freeform 28">
              <a:extLst>
                <a:ext uri="{FF2B5EF4-FFF2-40B4-BE49-F238E27FC236}">
                  <a16:creationId xmlns:a16="http://schemas.microsoft.com/office/drawing/2014/main" id="{5708E488-C19B-452C-B197-6F1C34F6E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25" name="Freeform 29">
              <a:extLst>
                <a:ext uri="{FF2B5EF4-FFF2-40B4-BE49-F238E27FC236}">
                  <a16:creationId xmlns:a16="http://schemas.microsoft.com/office/drawing/2014/main" id="{89D3FD25-890E-4981-A71D-EE796873D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26" name="Freeform 30">
              <a:extLst>
                <a:ext uri="{FF2B5EF4-FFF2-40B4-BE49-F238E27FC236}">
                  <a16:creationId xmlns:a16="http://schemas.microsoft.com/office/drawing/2014/main" id="{51B5414C-556A-47CB-8EE2-974A85A7A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27" name="Freeform 31">
              <a:extLst>
                <a:ext uri="{FF2B5EF4-FFF2-40B4-BE49-F238E27FC236}">
                  <a16:creationId xmlns:a16="http://schemas.microsoft.com/office/drawing/2014/main" id="{1C02B20C-2B27-4B75-8AEE-A5D2E2674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28" name="Freeform 32">
              <a:extLst>
                <a:ext uri="{FF2B5EF4-FFF2-40B4-BE49-F238E27FC236}">
                  <a16:creationId xmlns:a16="http://schemas.microsoft.com/office/drawing/2014/main" id="{54427714-F9AA-4F93-BD1D-400F1EA93F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29" name="Freeform 33">
              <a:extLst>
                <a:ext uri="{FF2B5EF4-FFF2-40B4-BE49-F238E27FC236}">
                  <a16:creationId xmlns:a16="http://schemas.microsoft.com/office/drawing/2014/main" id="{28A77D6A-9E81-497F-ABCC-2695BB5ADD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30" name="Freeform 34">
              <a:extLst>
                <a:ext uri="{FF2B5EF4-FFF2-40B4-BE49-F238E27FC236}">
                  <a16:creationId xmlns:a16="http://schemas.microsoft.com/office/drawing/2014/main" id="{2A1533BA-1478-4F7C-8E24-3F3E905050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31" name="Freeform 35">
              <a:extLst>
                <a:ext uri="{FF2B5EF4-FFF2-40B4-BE49-F238E27FC236}">
                  <a16:creationId xmlns:a16="http://schemas.microsoft.com/office/drawing/2014/main" id="{39686201-E633-40FD-A80A-1E28AD52E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32" name="Freeform 36">
              <a:extLst>
                <a:ext uri="{FF2B5EF4-FFF2-40B4-BE49-F238E27FC236}">
                  <a16:creationId xmlns:a16="http://schemas.microsoft.com/office/drawing/2014/main" id="{76A215C2-F590-4938-810B-F8A79366C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33" name="Freeform 37">
              <a:extLst>
                <a:ext uri="{FF2B5EF4-FFF2-40B4-BE49-F238E27FC236}">
                  <a16:creationId xmlns:a16="http://schemas.microsoft.com/office/drawing/2014/main" id="{85F418E7-330D-4002-8EC8-33C1A897FF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34" name="Freeform 38">
              <a:extLst>
                <a:ext uri="{FF2B5EF4-FFF2-40B4-BE49-F238E27FC236}">
                  <a16:creationId xmlns:a16="http://schemas.microsoft.com/office/drawing/2014/main" id="{8FFE669A-54C9-4436-9566-C5A90F16DB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36" name="Rectangle 35">
            <a:extLst>
              <a:ext uri="{FF2B5EF4-FFF2-40B4-BE49-F238E27FC236}">
                <a16:creationId xmlns:a16="http://schemas.microsoft.com/office/drawing/2014/main" id="{DE91395A-2D18-4AF6-A0AC-AAA7189FE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Freeform 6">
            <a:extLst>
              <a:ext uri="{FF2B5EF4-FFF2-40B4-BE49-F238E27FC236}">
                <a16:creationId xmlns:a16="http://schemas.microsoft.com/office/drawing/2014/main" id="{7BD08880-457D-4C62-A3B5-6A9B0878C7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useBgFill="1">
        <p:nvSpPr>
          <p:cNvPr id="40" name="Rectangle 39">
            <a:extLst>
              <a:ext uri="{FF2B5EF4-FFF2-40B4-BE49-F238E27FC236}">
                <a16:creationId xmlns:a16="http://schemas.microsoft.com/office/drawing/2014/main" id="{1FF9CEF5-A50D-4B8B-9852-D76F703786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Hand reaching out to sun">
            <a:extLst>
              <a:ext uri="{FF2B5EF4-FFF2-40B4-BE49-F238E27FC236}">
                <a16:creationId xmlns:a16="http://schemas.microsoft.com/office/drawing/2014/main" id="{CE0DA551-46DC-7A80-DE24-756D7E1B9950}"/>
              </a:ext>
            </a:extLst>
          </p:cNvPr>
          <p:cNvPicPr>
            <a:picLocks noChangeAspect="1"/>
          </p:cNvPicPr>
          <p:nvPr/>
        </p:nvPicPr>
        <p:blipFill>
          <a:blip r:embed="rId2">
            <a:alphaModFix amt="40000"/>
          </a:blip>
          <a:srcRect b="16045"/>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2E8EC851-21CD-41D2-B5BD-548657A34237}"/>
              </a:ext>
            </a:extLst>
          </p:cNvPr>
          <p:cNvSpPr>
            <a:spLocks noGrp="1"/>
          </p:cNvSpPr>
          <p:nvPr>
            <p:ph type="title"/>
          </p:nvPr>
        </p:nvSpPr>
        <p:spPr>
          <a:xfrm>
            <a:off x="1795715" y="2046914"/>
            <a:ext cx="10125042" cy="2978092"/>
          </a:xfrm>
        </p:spPr>
        <p:txBody>
          <a:bodyPr vert="horz" lIns="91440" tIns="45720" rIns="91440" bIns="45720" rtlCol="0" anchor="b">
            <a:normAutofit/>
          </a:bodyPr>
          <a:lstStyle/>
          <a:p>
            <a:pPr>
              <a:lnSpc>
                <a:spcPct val="90000"/>
              </a:lnSpc>
            </a:pPr>
            <a:r>
              <a:rPr lang="en-US" sz="4400" b="1" dirty="0">
                <a:solidFill>
                  <a:schemeClr val="tx1"/>
                </a:solidFill>
                <a:effectLst/>
              </a:rPr>
              <a:t>2. Because your Salvation depends on what LORD JESUS said and did.</a:t>
            </a:r>
            <a:br>
              <a:rPr lang="en-US" sz="4400" dirty="0">
                <a:solidFill>
                  <a:schemeClr val="tx1"/>
                </a:solidFill>
                <a:effectLst/>
              </a:rPr>
            </a:br>
            <a:endParaRPr lang="en-US" sz="4400" dirty="0">
              <a:solidFill>
                <a:schemeClr val="tx1"/>
              </a:solidFill>
            </a:endParaRPr>
          </a:p>
        </p:txBody>
      </p:sp>
      <p:sp>
        <p:nvSpPr>
          <p:cNvPr id="42" name="Rectangle 41">
            <a:extLst>
              <a:ext uri="{FF2B5EF4-FFF2-40B4-BE49-F238E27FC236}">
                <a16:creationId xmlns:a16="http://schemas.microsoft.com/office/drawing/2014/main" id="{30684D86-C9D1-40C3-A9B6-EC935C7312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44" name="Freeform 33">
            <a:extLst>
              <a:ext uri="{FF2B5EF4-FFF2-40B4-BE49-F238E27FC236}">
                <a16:creationId xmlns:a16="http://schemas.microsoft.com/office/drawing/2014/main" id="{1EDF7896-F56A-49DA-90F3-F5CE8B9833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Tree>
    <p:extLst>
      <p:ext uri="{BB962C8B-B14F-4D97-AF65-F5344CB8AC3E}">
        <p14:creationId xmlns:p14="http://schemas.microsoft.com/office/powerpoint/2010/main" val="310338923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leaves&#10;&#10;Description automatically generated">
            <a:extLst>
              <a:ext uri="{FF2B5EF4-FFF2-40B4-BE49-F238E27FC236}">
                <a16:creationId xmlns:a16="http://schemas.microsoft.com/office/drawing/2014/main" id="{819E4F75-E65E-DB1E-36D6-00CD1F757B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861217F-451E-480D-997C-D4E9B47E0A4E}"/>
              </a:ext>
            </a:extLst>
          </p:cNvPr>
          <p:cNvSpPr>
            <a:spLocks noGrp="1"/>
          </p:cNvSpPr>
          <p:nvPr>
            <p:ph type="title"/>
          </p:nvPr>
        </p:nvSpPr>
        <p:spPr>
          <a:xfrm>
            <a:off x="959932" y="14115"/>
            <a:ext cx="10551844" cy="1400961"/>
          </a:xfrm>
        </p:spPr>
        <p:txBody>
          <a:bodyPr>
            <a:normAutofit/>
          </a:bodyPr>
          <a:lstStyle/>
          <a:p>
            <a:pPr algn="ctr"/>
            <a:r>
              <a:rPr lang="en-PH" sz="7200" b="1" dirty="0">
                <a:solidFill>
                  <a:schemeClr val="bg1"/>
                </a:solidFill>
              </a:rPr>
              <a:t>Hebrews 12:2 GNT</a:t>
            </a:r>
          </a:p>
        </p:txBody>
      </p:sp>
      <p:sp>
        <p:nvSpPr>
          <p:cNvPr id="3" name="Content Placeholder 2">
            <a:extLst>
              <a:ext uri="{FF2B5EF4-FFF2-40B4-BE49-F238E27FC236}">
                <a16:creationId xmlns:a16="http://schemas.microsoft.com/office/drawing/2014/main" id="{34437BDC-D039-41E6-A742-F90D7278B414}"/>
              </a:ext>
            </a:extLst>
          </p:cNvPr>
          <p:cNvSpPr>
            <a:spLocks noGrp="1"/>
          </p:cNvSpPr>
          <p:nvPr>
            <p:ph idx="1"/>
          </p:nvPr>
        </p:nvSpPr>
        <p:spPr>
          <a:xfrm>
            <a:off x="325172" y="1429191"/>
            <a:ext cx="11541655" cy="5457040"/>
          </a:xfrm>
        </p:spPr>
        <p:txBody>
          <a:bodyPr>
            <a:normAutofit/>
          </a:bodyPr>
          <a:lstStyle/>
          <a:p>
            <a:pPr marL="0" indent="0" algn="ctr">
              <a:buNone/>
            </a:pPr>
            <a:r>
              <a:rPr lang="en-US" sz="5400" dirty="0">
                <a:solidFill>
                  <a:schemeClr val="bg1"/>
                </a:solidFill>
              </a:rPr>
              <a:t>Let us keep our eyes fixed on Jesus, on whom our faith depends from beginning to end. He did not give up because of the cross! On the contrary, because of the joy that was </a:t>
            </a:r>
            <a:endParaRPr lang="en-PH" sz="5400" dirty="0">
              <a:solidFill>
                <a:schemeClr val="bg1"/>
              </a:solidFill>
            </a:endParaRPr>
          </a:p>
        </p:txBody>
      </p:sp>
    </p:spTree>
    <p:extLst>
      <p:ext uri="{BB962C8B-B14F-4D97-AF65-F5344CB8AC3E}">
        <p14:creationId xmlns:p14="http://schemas.microsoft.com/office/powerpoint/2010/main" val="355784981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leaves&#10;&#10;Description automatically generated">
            <a:extLst>
              <a:ext uri="{FF2B5EF4-FFF2-40B4-BE49-F238E27FC236}">
                <a16:creationId xmlns:a16="http://schemas.microsoft.com/office/drawing/2014/main" id="{7399AAA2-7B0E-75C6-8FC1-DC35962CEB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861217F-451E-480D-997C-D4E9B47E0A4E}"/>
              </a:ext>
            </a:extLst>
          </p:cNvPr>
          <p:cNvSpPr>
            <a:spLocks noGrp="1"/>
          </p:cNvSpPr>
          <p:nvPr>
            <p:ph type="title"/>
          </p:nvPr>
        </p:nvSpPr>
        <p:spPr>
          <a:xfrm>
            <a:off x="1640156" y="-1"/>
            <a:ext cx="10551844" cy="1400961"/>
          </a:xfrm>
        </p:spPr>
        <p:txBody>
          <a:bodyPr>
            <a:normAutofit/>
          </a:bodyPr>
          <a:lstStyle/>
          <a:p>
            <a:pPr algn="ctr"/>
            <a:r>
              <a:rPr lang="en-PH" sz="7200" b="1" dirty="0">
                <a:solidFill>
                  <a:schemeClr val="bg1"/>
                </a:solidFill>
              </a:rPr>
              <a:t>Luke 19:1-10 NIV</a:t>
            </a:r>
          </a:p>
        </p:txBody>
      </p:sp>
      <p:sp>
        <p:nvSpPr>
          <p:cNvPr id="3" name="Content Placeholder 2">
            <a:extLst>
              <a:ext uri="{FF2B5EF4-FFF2-40B4-BE49-F238E27FC236}">
                <a16:creationId xmlns:a16="http://schemas.microsoft.com/office/drawing/2014/main" id="{34437BDC-D039-41E6-A742-F90D7278B414}"/>
              </a:ext>
            </a:extLst>
          </p:cNvPr>
          <p:cNvSpPr>
            <a:spLocks noGrp="1"/>
          </p:cNvSpPr>
          <p:nvPr>
            <p:ph idx="1"/>
          </p:nvPr>
        </p:nvSpPr>
        <p:spPr>
          <a:xfrm>
            <a:off x="650344" y="1400960"/>
            <a:ext cx="11541655" cy="5457040"/>
          </a:xfrm>
        </p:spPr>
        <p:txBody>
          <a:bodyPr>
            <a:normAutofit fontScale="92500"/>
          </a:bodyPr>
          <a:lstStyle/>
          <a:p>
            <a:pPr marL="0" indent="0" algn="ctr">
              <a:buNone/>
            </a:pPr>
            <a:r>
              <a:rPr lang="en-US" sz="4400" dirty="0">
                <a:solidFill>
                  <a:schemeClr val="bg1"/>
                </a:solidFill>
              </a:rPr>
              <a:t>Jesus entered Jericho and was passing through.2 A man was there by the name of Zacchaeus; he was a chief tax collector and was wealthy. 3 He wanted to see who Jesus was, but because he was short he could not see over the crowd. 4 So he ran ahead and climbed a sycamore-fig tree to see him, since Jesus was coming that way.</a:t>
            </a:r>
            <a:endParaRPr lang="en-PH" sz="4400" dirty="0">
              <a:solidFill>
                <a:schemeClr val="bg1"/>
              </a:solidFill>
            </a:endParaRPr>
          </a:p>
        </p:txBody>
      </p:sp>
    </p:spTree>
    <p:extLst>
      <p:ext uri="{BB962C8B-B14F-4D97-AF65-F5344CB8AC3E}">
        <p14:creationId xmlns:p14="http://schemas.microsoft.com/office/powerpoint/2010/main" val="35145688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leaves&#10;&#10;Description automatically generated">
            <a:extLst>
              <a:ext uri="{FF2B5EF4-FFF2-40B4-BE49-F238E27FC236}">
                <a16:creationId xmlns:a16="http://schemas.microsoft.com/office/drawing/2014/main" id="{38458D1C-9397-53B0-6CD9-6BD8A0DF6B0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861217F-451E-480D-997C-D4E9B47E0A4E}"/>
              </a:ext>
            </a:extLst>
          </p:cNvPr>
          <p:cNvSpPr>
            <a:spLocks noGrp="1"/>
          </p:cNvSpPr>
          <p:nvPr>
            <p:ph type="title"/>
          </p:nvPr>
        </p:nvSpPr>
        <p:spPr>
          <a:xfrm>
            <a:off x="1640156" y="-1"/>
            <a:ext cx="10551844" cy="1400961"/>
          </a:xfrm>
        </p:spPr>
        <p:txBody>
          <a:bodyPr>
            <a:normAutofit/>
          </a:bodyPr>
          <a:lstStyle/>
          <a:p>
            <a:pPr algn="ctr"/>
            <a:r>
              <a:rPr lang="en-PH" sz="7200" b="1" dirty="0">
                <a:solidFill>
                  <a:schemeClr val="bg1"/>
                </a:solidFill>
              </a:rPr>
              <a:t>Luke 19:1-10 NIV</a:t>
            </a:r>
          </a:p>
        </p:txBody>
      </p:sp>
      <p:sp>
        <p:nvSpPr>
          <p:cNvPr id="3" name="Content Placeholder 2">
            <a:extLst>
              <a:ext uri="{FF2B5EF4-FFF2-40B4-BE49-F238E27FC236}">
                <a16:creationId xmlns:a16="http://schemas.microsoft.com/office/drawing/2014/main" id="{34437BDC-D039-41E6-A742-F90D7278B414}"/>
              </a:ext>
            </a:extLst>
          </p:cNvPr>
          <p:cNvSpPr>
            <a:spLocks noGrp="1"/>
          </p:cNvSpPr>
          <p:nvPr>
            <p:ph idx="1"/>
          </p:nvPr>
        </p:nvSpPr>
        <p:spPr>
          <a:xfrm>
            <a:off x="650344" y="1400960"/>
            <a:ext cx="11541655" cy="5457040"/>
          </a:xfrm>
        </p:spPr>
        <p:txBody>
          <a:bodyPr>
            <a:normAutofit lnSpcReduction="10000"/>
          </a:bodyPr>
          <a:lstStyle/>
          <a:p>
            <a:pPr marL="0" indent="0" algn="ctr">
              <a:buNone/>
            </a:pPr>
            <a:r>
              <a:rPr lang="en-US" sz="4400" dirty="0">
                <a:solidFill>
                  <a:schemeClr val="bg1"/>
                </a:solidFill>
              </a:rPr>
              <a:t>5 When Jesus reached the spot, he looked up and said to him, “Zacchaeus, come down immediately. I must stay at your house today.” 6 So he came down at once and welcomed him gladly.</a:t>
            </a:r>
          </a:p>
          <a:p>
            <a:pPr marL="0" indent="0" algn="ctr">
              <a:buNone/>
            </a:pPr>
            <a:r>
              <a:rPr lang="en-US" sz="4400" dirty="0">
                <a:solidFill>
                  <a:schemeClr val="bg1"/>
                </a:solidFill>
              </a:rPr>
              <a:t>7 All the people saw this and began to mutter, “He has gone to be the guest of a sinner.”</a:t>
            </a:r>
          </a:p>
          <a:p>
            <a:pPr marL="0" indent="0" algn="ctr">
              <a:buNone/>
            </a:pPr>
            <a:endParaRPr lang="en-PH" sz="4400" dirty="0">
              <a:solidFill>
                <a:schemeClr val="bg1"/>
              </a:solidFill>
            </a:endParaRPr>
          </a:p>
        </p:txBody>
      </p:sp>
    </p:spTree>
    <p:extLst>
      <p:ext uri="{BB962C8B-B14F-4D97-AF65-F5344CB8AC3E}">
        <p14:creationId xmlns:p14="http://schemas.microsoft.com/office/powerpoint/2010/main" val="8110777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leaves&#10;&#10;Description automatically generated">
            <a:extLst>
              <a:ext uri="{FF2B5EF4-FFF2-40B4-BE49-F238E27FC236}">
                <a16:creationId xmlns:a16="http://schemas.microsoft.com/office/drawing/2014/main" id="{A8967E47-E6D9-0709-4EA5-C12ECF026F7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861217F-451E-480D-997C-D4E9B47E0A4E}"/>
              </a:ext>
            </a:extLst>
          </p:cNvPr>
          <p:cNvSpPr>
            <a:spLocks noGrp="1"/>
          </p:cNvSpPr>
          <p:nvPr>
            <p:ph type="title"/>
          </p:nvPr>
        </p:nvSpPr>
        <p:spPr>
          <a:xfrm>
            <a:off x="1640156" y="-1"/>
            <a:ext cx="10551844" cy="1400961"/>
          </a:xfrm>
        </p:spPr>
        <p:txBody>
          <a:bodyPr>
            <a:normAutofit/>
          </a:bodyPr>
          <a:lstStyle/>
          <a:p>
            <a:pPr algn="ctr"/>
            <a:r>
              <a:rPr lang="en-PH" sz="7200" b="1" dirty="0">
                <a:solidFill>
                  <a:schemeClr val="bg1"/>
                </a:solidFill>
              </a:rPr>
              <a:t>Luke 19:1-10 NIV</a:t>
            </a:r>
          </a:p>
        </p:txBody>
      </p:sp>
      <p:sp>
        <p:nvSpPr>
          <p:cNvPr id="3" name="Content Placeholder 2">
            <a:extLst>
              <a:ext uri="{FF2B5EF4-FFF2-40B4-BE49-F238E27FC236}">
                <a16:creationId xmlns:a16="http://schemas.microsoft.com/office/drawing/2014/main" id="{34437BDC-D039-41E6-A742-F90D7278B414}"/>
              </a:ext>
            </a:extLst>
          </p:cNvPr>
          <p:cNvSpPr>
            <a:spLocks noGrp="1"/>
          </p:cNvSpPr>
          <p:nvPr>
            <p:ph idx="1"/>
          </p:nvPr>
        </p:nvSpPr>
        <p:spPr>
          <a:xfrm>
            <a:off x="650344" y="1400960"/>
            <a:ext cx="11541655" cy="5457040"/>
          </a:xfrm>
        </p:spPr>
        <p:txBody>
          <a:bodyPr>
            <a:normAutofit fontScale="92500" lnSpcReduction="10000"/>
          </a:bodyPr>
          <a:lstStyle/>
          <a:p>
            <a:pPr marL="0" indent="0" algn="ctr">
              <a:buNone/>
            </a:pPr>
            <a:r>
              <a:rPr lang="en-US" sz="4400" dirty="0">
                <a:solidFill>
                  <a:schemeClr val="bg1"/>
                </a:solidFill>
              </a:rPr>
              <a:t>8 But Zacchaeus stood up and said to the </a:t>
            </a:r>
            <a:r>
              <a:rPr lang="en-US" sz="4400" dirty="0" err="1">
                <a:solidFill>
                  <a:schemeClr val="bg1"/>
                </a:solidFill>
              </a:rPr>
              <a:t>Lord,“Look</a:t>
            </a:r>
            <a:r>
              <a:rPr lang="en-US" sz="4400" dirty="0">
                <a:solidFill>
                  <a:schemeClr val="bg1"/>
                </a:solidFill>
              </a:rPr>
              <a:t>, Lord! Here and now I give half of my possessions to the poor, and if I have cheated anybody out of anything, I will pay back four times the amount.”</a:t>
            </a:r>
          </a:p>
          <a:p>
            <a:pPr marL="0" indent="0" algn="ctr">
              <a:buNone/>
            </a:pPr>
            <a:r>
              <a:rPr lang="en-US" sz="4400" dirty="0">
                <a:solidFill>
                  <a:schemeClr val="bg1"/>
                </a:solidFill>
              </a:rPr>
              <a:t>9 Jesus said to him, “Today salvation has come to this house, because this man, too, is a son of Abraham. 10 For the Son of Man came to seek and to save the lost.”</a:t>
            </a:r>
          </a:p>
          <a:p>
            <a:pPr marL="0" indent="0" algn="ctr">
              <a:buNone/>
            </a:pPr>
            <a:endParaRPr lang="en-PH" sz="4400" dirty="0">
              <a:solidFill>
                <a:schemeClr val="bg1"/>
              </a:solidFill>
            </a:endParaRPr>
          </a:p>
        </p:txBody>
      </p:sp>
    </p:spTree>
    <p:extLst>
      <p:ext uri="{BB962C8B-B14F-4D97-AF65-F5344CB8AC3E}">
        <p14:creationId xmlns:p14="http://schemas.microsoft.com/office/powerpoint/2010/main" val="11154295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leaves&#10;&#10;Description automatically generated">
            <a:extLst>
              <a:ext uri="{FF2B5EF4-FFF2-40B4-BE49-F238E27FC236}">
                <a16:creationId xmlns:a16="http://schemas.microsoft.com/office/drawing/2014/main" id="{C5C90C90-1D07-C206-6D6B-CC2B604C75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861217F-451E-480D-997C-D4E9B47E0A4E}"/>
              </a:ext>
            </a:extLst>
          </p:cNvPr>
          <p:cNvSpPr>
            <a:spLocks noGrp="1"/>
          </p:cNvSpPr>
          <p:nvPr>
            <p:ph type="title"/>
          </p:nvPr>
        </p:nvSpPr>
        <p:spPr>
          <a:xfrm>
            <a:off x="1640156" y="-1"/>
            <a:ext cx="10551844" cy="1400961"/>
          </a:xfrm>
        </p:spPr>
        <p:txBody>
          <a:bodyPr>
            <a:normAutofit/>
          </a:bodyPr>
          <a:lstStyle/>
          <a:p>
            <a:pPr algn="ctr"/>
            <a:r>
              <a:rPr lang="en-PH" sz="7200" b="1" dirty="0">
                <a:solidFill>
                  <a:schemeClr val="bg1"/>
                </a:solidFill>
              </a:rPr>
              <a:t>Revelation 3:20 NIV</a:t>
            </a:r>
          </a:p>
        </p:txBody>
      </p:sp>
      <p:sp>
        <p:nvSpPr>
          <p:cNvPr id="3" name="Content Placeholder 2">
            <a:extLst>
              <a:ext uri="{FF2B5EF4-FFF2-40B4-BE49-F238E27FC236}">
                <a16:creationId xmlns:a16="http://schemas.microsoft.com/office/drawing/2014/main" id="{34437BDC-D039-41E6-A742-F90D7278B414}"/>
              </a:ext>
            </a:extLst>
          </p:cNvPr>
          <p:cNvSpPr>
            <a:spLocks noGrp="1"/>
          </p:cNvSpPr>
          <p:nvPr>
            <p:ph idx="1"/>
          </p:nvPr>
        </p:nvSpPr>
        <p:spPr>
          <a:xfrm>
            <a:off x="650344" y="1400960"/>
            <a:ext cx="11541655" cy="5457040"/>
          </a:xfrm>
        </p:spPr>
        <p:txBody>
          <a:bodyPr>
            <a:normAutofit/>
          </a:bodyPr>
          <a:lstStyle/>
          <a:p>
            <a:pPr marL="0" indent="0" algn="ctr">
              <a:buNone/>
            </a:pPr>
            <a:r>
              <a:rPr lang="en-US" sz="6000" dirty="0">
                <a:solidFill>
                  <a:schemeClr val="bg1"/>
                </a:solidFill>
              </a:rPr>
              <a:t>Here I am! I stand at the door and knock. </a:t>
            </a:r>
            <a:r>
              <a:rPr lang="en-US" sz="6000" b="1" i="1" dirty="0">
                <a:solidFill>
                  <a:schemeClr val="bg1"/>
                </a:solidFill>
              </a:rPr>
              <a:t>If anyone hears my voice </a:t>
            </a:r>
            <a:r>
              <a:rPr lang="en-US" sz="6000" dirty="0">
                <a:solidFill>
                  <a:schemeClr val="bg1"/>
                </a:solidFill>
              </a:rPr>
              <a:t>and opens the door, I will come in and eat with that person, and they with me.</a:t>
            </a:r>
            <a:endParaRPr lang="en-PH" sz="6000" dirty="0">
              <a:solidFill>
                <a:schemeClr val="bg1"/>
              </a:solidFill>
            </a:endParaRPr>
          </a:p>
        </p:txBody>
      </p:sp>
    </p:spTree>
    <p:extLst>
      <p:ext uri="{BB962C8B-B14F-4D97-AF65-F5344CB8AC3E}">
        <p14:creationId xmlns:p14="http://schemas.microsoft.com/office/powerpoint/2010/main" val="36603984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46" name="Group 45">
            <a:extLst>
              <a:ext uri="{FF2B5EF4-FFF2-40B4-BE49-F238E27FC236}">
                <a16:creationId xmlns:a16="http://schemas.microsoft.com/office/drawing/2014/main" id="{8CD25866-F15D-40A4-AEC5-47C044637A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47" name="Freeform 11">
              <a:extLst>
                <a:ext uri="{FF2B5EF4-FFF2-40B4-BE49-F238E27FC236}">
                  <a16:creationId xmlns:a16="http://schemas.microsoft.com/office/drawing/2014/main" id="{DCB8E995-36E8-40B6-82D4-F52DE2987B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48" name="Freeform 12">
              <a:extLst>
                <a:ext uri="{FF2B5EF4-FFF2-40B4-BE49-F238E27FC236}">
                  <a16:creationId xmlns:a16="http://schemas.microsoft.com/office/drawing/2014/main" id="{DF54AEB5-68B5-46AE-B8F0-EEBE5DFED8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49" name="Freeform 13">
              <a:extLst>
                <a:ext uri="{FF2B5EF4-FFF2-40B4-BE49-F238E27FC236}">
                  <a16:creationId xmlns:a16="http://schemas.microsoft.com/office/drawing/2014/main" id="{E3F708CB-F094-4EE7-8AD5-A462F1DF8B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50" name="Freeform 14">
              <a:extLst>
                <a:ext uri="{FF2B5EF4-FFF2-40B4-BE49-F238E27FC236}">
                  <a16:creationId xmlns:a16="http://schemas.microsoft.com/office/drawing/2014/main" id="{ECFCFB22-E8B5-4FAC-A354-E7E0CE6F2B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51" name="Freeform 15">
              <a:extLst>
                <a:ext uri="{FF2B5EF4-FFF2-40B4-BE49-F238E27FC236}">
                  <a16:creationId xmlns:a16="http://schemas.microsoft.com/office/drawing/2014/main" id="{ED1DB3B4-A6DC-476F-986E-DF361EE84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52" name="Freeform 16">
              <a:extLst>
                <a:ext uri="{FF2B5EF4-FFF2-40B4-BE49-F238E27FC236}">
                  <a16:creationId xmlns:a16="http://schemas.microsoft.com/office/drawing/2014/main" id="{4EE13DFA-3489-4DE6-9154-34D9CB4005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53" name="Freeform 17">
              <a:extLst>
                <a:ext uri="{FF2B5EF4-FFF2-40B4-BE49-F238E27FC236}">
                  <a16:creationId xmlns:a16="http://schemas.microsoft.com/office/drawing/2014/main" id="{5CD12D51-F9A8-4CC9-B9C9-206EAFD8C1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54" name="Freeform 18">
              <a:extLst>
                <a:ext uri="{FF2B5EF4-FFF2-40B4-BE49-F238E27FC236}">
                  <a16:creationId xmlns:a16="http://schemas.microsoft.com/office/drawing/2014/main" id="{266B326C-1178-40F9-A265-6067D363B4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55" name="Freeform 19">
              <a:extLst>
                <a:ext uri="{FF2B5EF4-FFF2-40B4-BE49-F238E27FC236}">
                  <a16:creationId xmlns:a16="http://schemas.microsoft.com/office/drawing/2014/main" id="{12F3B319-F00B-4755-BC54-95511E21DB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56" name="Freeform 20">
              <a:extLst>
                <a:ext uri="{FF2B5EF4-FFF2-40B4-BE49-F238E27FC236}">
                  <a16:creationId xmlns:a16="http://schemas.microsoft.com/office/drawing/2014/main" id="{3079D7BD-8A3F-47F6-8407-D9DA96FF35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57" name="Freeform 21">
              <a:extLst>
                <a:ext uri="{FF2B5EF4-FFF2-40B4-BE49-F238E27FC236}">
                  <a16:creationId xmlns:a16="http://schemas.microsoft.com/office/drawing/2014/main" id="{1F97C31C-8585-43FB-924B-8ADD6512332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58" name="Freeform 22">
              <a:extLst>
                <a:ext uri="{FF2B5EF4-FFF2-40B4-BE49-F238E27FC236}">
                  <a16:creationId xmlns:a16="http://schemas.microsoft.com/office/drawing/2014/main" id="{A33E1C89-7E74-49BF-A5D1-9A352ED03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60" name="Group 59">
            <a:extLst>
              <a:ext uri="{FF2B5EF4-FFF2-40B4-BE49-F238E27FC236}">
                <a16:creationId xmlns:a16="http://schemas.microsoft.com/office/drawing/2014/main" id="{0C4A17ED-96AA-44A6-A050-E1A7A1CDD9E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61" name="Freeform 27">
              <a:extLst>
                <a:ext uri="{FF2B5EF4-FFF2-40B4-BE49-F238E27FC236}">
                  <a16:creationId xmlns:a16="http://schemas.microsoft.com/office/drawing/2014/main" id="{FBB2A87E-3E24-4A6F-9FD8-0F1436D4D3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62" name="Freeform 28">
              <a:extLst>
                <a:ext uri="{FF2B5EF4-FFF2-40B4-BE49-F238E27FC236}">
                  <a16:creationId xmlns:a16="http://schemas.microsoft.com/office/drawing/2014/main" id="{257F945B-2AA3-4328-BFF5-20DE64011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63" name="Freeform 29">
              <a:extLst>
                <a:ext uri="{FF2B5EF4-FFF2-40B4-BE49-F238E27FC236}">
                  <a16:creationId xmlns:a16="http://schemas.microsoft.com/office/drawing/2014/main" id="{E1A7230F-6A6F-403C-9D83-7176E28525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64" name="Freeform 30">
              <a:extLst>
                <a:ext uri="{FF2B5EF4-FFF2-40B4-BE49-F238E27FC236}">
                  <a16:creationId xmlns:a16="http://schemas.microsoft.com/office/drawing/2014/main" id="{E33E315A-9CB0-460E-A8B7-0A064BBFA0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65" name="Freeform 31">
              <a:extLst>
                <a:ext uri="{FF2B5EF4-FFF2-40B4-BE49-F238E27FC236}">
                  <a16:creationId xmlns:a16="http://schemas.microsoft.com/office/drawing/2014/main" id="{22CAAD33-CFAD-4E61-82AE-0C6F838530D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66" name="Freeform 32">
              <a:extLst>
                <a:ext uri="{FF2B5EF4-FFF2-40B4-BE49-F238E27FC236}">
                  <a16:creationId xmlns:a16="http://schemas.microsoft.com/office/drawing/2014/main" id="{1A20E13C-2540-4000-A13B-8F781100E3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67" name="Freeform 33">
              <a:extLst>
                <a:ext uri="{FF2B5EF4-FFF2-40B4-BE49-F238E27FC236}">
                  <a16:creationId xmlns:a16="http://schemas.microsoft.com/office/drawing/2014/main" id="{51EF0A01-E03D-448B-B12E-D5BFC6D0D22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68" name="Freeform 34">
              <a:extLst>
                <a:ext uri="{FF2B5EF4-FFF2-40B4-BE49-F238E27FC236}">
                  <a16:creationId xmlns:a16="http://schemas.microsoft.com/office/drawing/2014/main" id="{58286A03-168E-477B-8876-2C53E4950D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69" name="Freeform 35">
              <a:extLst>
                <a:ext uri="{FF2B5EF4-FFF2-40B4-BE49-F238E27FC236}">
                  <a16:creationId xmlns:a16="http://schemas.microsoft.com/office/drawing/2014/main" id="{3DFFC705-1899-4E4C-AE76-F85BAF2F66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70" name="Freeform 36">
              <a:extLst>
                <a:ext uri="{FF2B5EF4-FFF2-40B4-BE49-F238E27FC236}">
                  <a16:creationId xmlns:a16="http://schemas.microsoft.com/office/drawing/2014/main" id="{01C9598D-BDF6-4A24-83B6-4DCA4D1349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71" name="Freeform 37">
              <a:extLst>
                <a:ext uri="{FF2B5EF4-FFF2-40B4-BE49-F238E27FC236}">
                  <a16:creationId xmlns:a16="http://schemas.microsoft.com/office/drawing/2014/main" id="{950C8213-67CD-4DEF-AA44-8BB3101392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72" name="Freeform 38">
              <a:extLst>
                <a:ext uri="{FF2B5EF4-FFF2-40B4-BE49-F238E27FC236}">
                  <a16:creationId xmlns:a16="http://schemas.microsoft.com/office/drawing/2014/main" id="{2016FE1D-E3EB-4CF6-809B-159872CC78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74" name="Rectangle 73">
            <a:extLst>
              <a:ext uri="{FF2B5EF4-FFF2-40B4-BE49-F238E27FC236}">
                <a16:creationId xmlns:a16="http://schemas.microsoft.com/office/drawing/2014/main" id="{CE6C63DC-BAE4-42B6-8FDF-F6467C2D23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6" name="Freeform 6">
            <a:extLst>
              <a:ext uri="{FF2B5EF4-FFF2-40B4-BE49-F238E27FC236}">
                <a16:creationId xmlns:a16="http://schemas.microsoft.com/office/drawing/2014/main" id="{5BD23F8E-2E78-4C84-8EFB-FE6C8ACB7F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useBgFill="1">
        <p:nvSpPr>
          <p:cNvPr id="78" name="Rectangle 77">
            <a:extLst>
              <a:ext uri="{FF2B5EF4-FFF2-40B4-BE49-F238E27FC236}">
                <a16:creationId xmlns:a16="http://schemas.microsoft.com/office/drawing/2014/main" id="{57ABABA7-0420-4200-9B65-1C1967CE9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199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a:extLst>
              <a:ext uri="{FF2B5EF4-FFF2-40B4-BE49-F238E27FC236}">
                <a16:creationId xmlns:a16="http://schemas.microsoft.com/office/drawing/2014/main" id="{A317EBE3-FF86-4DA1-BC9A-331F7F2144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nvGrpSpPr>
          <p:cNvPr id="82" name="Group 81">
            <a:extLst>
              <a:ext uri="{FF2B5EF4-FFF2-40B4-BE49-F238E27FC236}">
                <a16:creationId xmlns:a16="http://schemas.microsoft.com/office/drawing/2014/main" id="{7A03E380-9CD1-4ABA-A763-9F9D252B8908}"/>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6009967" y="0"/>
            <a:ext cx="6176982" cy="6853245"/>
            <a:chOff x="2487613" y="285750"/>
            <a:chExt cx="2428876" cy="5654676"/>
          </a:xfrm>
          <a:solidFill>
            <a:schemeClr val="bg2">
              <a:lumMod val="90000"/>
            </a:schemeClr>
          </a:solidFill>
        </p:grpSpPr>
        <p:sp>
          <p:nvSpPr>
            <p:cNvPr id="83" name="Freeform 11">
              <a:extLst>
                <a:ext uri="{FF2B5EF4-FFF2-40B4-BE49-F238E27FC236}">
                  <a16:creationId xmlns:a16="http://schemas.microsoft.com/office/drawing/2014/main" id="{66E01B84-4C2B-4DE5-90C8-9C4001A75B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grpFill/>
            <a:ln>
              <a:noFill/>
            </a:ln>
          </p:spPr>
          <p:txBody>
            <a:bodyPr/>
            <a:lstStyle/>
            <a:p>
              <a:endParaRPr lang="en-US"/>
            </a:p>
          </p:txBody>
        </p:sp>
        <p:sp>
          <p:nvSpPr>
            <p:cNvPr id="84" name="Freeform 12">
              <a:extLst>
                <a:ext uri="{FF2B5EF4-FFF2-40B4-BE49-F238E27FC236}">
                  <a16:creationId xmlns:a16="http://schemas.microsoft.com/office/drawing/2014/main" id="{64CE5A7A-D5C5-4FE5-860C-0B5748FDEE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grpFill/>
            <a:ln>
              <a:noFill/>
            </a:ln>
          </p:spPr>
          <p:txBody>
            <a:bodyPr/>
            <a:lstStyle/>
            <a:p>
              <a:endParaRPr lang="en-US"/>
            </a:p>
          </p:txBody>
        </p:sp>
        <p:sp>
          <p:nvSpPr>
            <p:cNvPr id="85" name="Freeform 13">
              <a:extLst>
                <a:ext uri="{FF2B5EF4-FFF2-40B4-BE49-F238E27FC236}">
                  <a16:creationId xmlns:a16="http://schemas.microsoft.com/office/drawing/2014/main" id="{016A7D2A-6EEA-47B8-A763-7D82E41B3C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grpFill/>
            <a:ln>
              <a:noFill/>
            </a:ln>
          </p:spPr>
          <p:txBody>
            <a:bodyPr/>
            <a:lstStyle/>
            <a:p>
              <a:endParaRPr lang="en-US"/>
            </a:p>
          </p:txBody>
        </p:sp>
        <p:sp>
          <p:nvSpPr>
            <p:cNvPr id="86" name="Freeform 14">
              <a:extLst>
                <a:ext uri="{FF2B5EF4-FFF2-40B4-BE49-F238E27FC236}">
                  <a16:creationId xmlns:a16="http://schemas.microsoft.com/office/drawing/2014/main" id="{E758F6E7-6DEC-48D0-ACB1-E5E26B13E6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grpFill/>
            <a:ln>
              <a:noFill/>
            </a:ln>
          </p:spPr>
          <p:txBody>
            <a:bodyPr/>
            <a:lstStyle/>
            <a:p>
              <a:endParaRPr lang="en-US"/>
            </a:p>
          </p:txBody>
        </p:sp>
        <p:sp>
          <p:nvSpPr>
            <p:cNvPr id="87" name="Freeform 15">
              <a:extLst>
                <a:ext uri="{FF2B5EF4-FFF2-40B4-BE49-F238E27FC236}">
                  <a16:creationId xmlns:a16="http://schemas.microsoft.com/office/drawing/2014/main" id="{B56657FF-C027-42E7-859B-902929B6FA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grpFill/>
            <a:ln>
              <a:noFill/>
            </a:ln>
          </p:spPr>
          <p:txBody>
            <a:bodyPr/>
            <a:lstStyle/>
            <a:p>
              <a:endParaRPr lang="en-US"/>
            </a:p>
          </p:txBody>
        </p:sp>
        <p:sp>
          <p:nvSpPr>
            <p:cNvPr id="88" name="Freeform 16">
              <a:extLst>
                <a:ext uri="{FF2B5EF4-FFF2-40B4-BE49-F238E27FC236}">
                  <a16:creationId xmlns:a16="http://schemas.microsoft.com/office/drawing/2014/main" id="{79047F2A-5978-46C6-B3A2-54AAC2136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grpFill/>
            <a:ln>
              <a:noFill/>
            </a:ln>
          </p:spPr>
          <p:txBody>
            <a:bodyPr/>
            <a:lstStyle/>
            <a:p>
              <a:endParaRPr lang="en-US"/>
            </a:p>
          </p:txBody>
        </p:sp>
        <p:sp>
          <p:nvSpPr>
            <p:cNvPr id="89" name="Freeform 17">
              <a:extLst>
                <a:ext uri="{FF2B5EF4-FFF2-40B4-BE49-F238E27FC236}">
                  <a16:creationId xmlns:a16="http://schemas.microsoft.com/office/drawing/2014/main" id="{F3BE8FD1-0A72-4640-AC7A-2E057273F8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grpFill/>
            <a:ln>
              <a:noFill/>
            </a:ln>
          </p:spPr>
          <p:txBody>
            <a:bodyPr/>
            <a:lstStyle/>
            <a:p>
              <a:endParaRPr lang="en-US"/>
            </a:p>
          </p:txBody>
        </p:sp>
        <p:sp>
          <p:nvSpPr>
            <p:cNvPr id="90" name="Freeform 18">
              <a:extLst>
                <a:ext uri="{FF2B5EF4-FFF2-40B4-BE49-F238E27FC236}">
                  <a16:creationId xmlns:a16="http://schemas.microsoft.com/office/drawing/2014/main" id="{752FC782-A372-4D11-B20D-958955E564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grpFill/>
            <a:ln>
              <a:noFill/>
            </a:ln>
          </p:spPr>
          <p:txBody>
            <a:bodyPr/>
            <a:lstStyle/>
            <a:p>
              <a:endParaRPr lang="en-US"/>
            </a:p>
          </p:txBody>
        </p:sp>
        <p:sp>
          <p:nvSpPr>
            <p:cNvPr id="91" name="Freeform 19">
              <a:extLst>
                <a:ext uri="{FF2B5EF4-FFF2-40B4-BE49-F238E27FC236}">
                  <a16:creationId xmlns:a16="http://schemas.microsoft.com/office/drawing/2014/main" id="{AA00B2F1-BEE2-444A-8249-C8E3212CA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4" y="468286"/>
              <a:ext cx="1768475" cy="4262464"/>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grpFill/>
            <a:ln>
              <a:noFill/>
            </a:ln>
          </p:spPr>
          <p:txBody>
            <a:bodyPr/>
            <a:lstStyle/>
            <a:p>
              <a:endParaRPr lang="en-US"/>
            </a:p>
          </p:txBody>
        </p:sp>
        <p:sp>
          <p:nvSpPr>
            <p:cNvPr id="92" name="Freeform 20">
              <a:extLst>
                <a:ext uri="{FF2B5EF4-FFF2-40B4-BE49-F238E27FC236}">
                  <a16:creationId xmlns:a16="http://schemas.microsoft.com/office/drawing/2014/main" id="{E7F5747E-514B-4CF7-B6B0-DAD7149097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grpFill/>
            <a:ln>
              <a:noFill/>
            </a:ln>
          </p:spPr>
          <p:txBody>
            <a:bodyPr/>
            <a:lstStyle/>
            <a:p>
              <a:endParaRPr lang="en-US"/>
            </a:p>
          </p:txBody>
        </p:sp>
        <p:sp>
          <p:nvSpPr>
            <p:cNvPr id="93" name="Freeform 21">
              <a:extLst>
                <a:ext uri="{FF2B5EF4-FFF2-40B4-BE49-F238E27FC236}">
                  <a16:creationId xmlns:a16="http://schemas.microsoft.com/office/drawing/2014/main" id="{931614BB-1593-40ED-8113-2BD1187055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grpFill/>
            <a:ln>
              <a:noFill/>
            </a:ln>
          </p:spPr>
          <p:txBody>
            <a:bodyPr/>
            <a:lstStyle/>
            <a:p>
              <a:endParaRPr lang="en-US"/>
            </a:p>
          </p:txBody>
        </p:sp>
        <p:sp>
          <p:nvSpPr>
            <p:cNvPr id="94" name="Freeform 22">
              <a:extLst>
                <a:ext uri="{FF2B5EF4-FFF2-40B4-BE49-F238E27FC236}">
                  <a16:creationId xmlns:a16="http://schemas.microsoft.com/office/drawing/2014/main" id="{2691871F-F15C-4E19-BC9C-78E5748D74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grpFill/>
            <a:ln>
              <a:noFill/>
            </a:ln>
          </p:spPr>
          <p:txBody>
            <a:bodyPr/>
            <a:lstStyle/>
            <a:p>
              <a:endParaRPr lang="en-US"/>
            </a:p>
          </p:txBody>
        </p:sp>
      </p:grpSp>
      <p:pic>
        <p:nvPicPr>
          <p:cNvPr id="3" name="Picture 2" descr="A close up of leaves&#10;&#10;Description automatically generated">
            <a:extLst>
              <a:ext uri="{FF2B5EF4-FFF2-40B4-BE49-F238E27FC236}">
                <a16:creationId xmlns:a16="http://schemas.microsoft.com/office/drawing/2014/main" id="{D93B5541-9C20-5940-5C85-47478D35DC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798DE3A-C1ED-4220-A8BC-54E439C34789}"/>
              </a:ext>
            </a:extLst>
          </p:cNvPr>
          <p:cNvSpPr>
            <a:spLocks noGrp="1"/>
          </p:cNvSpPr>
          <p:nvPr>
            <p:ph type="title"/>
          </p:nvPr>
        </p:nvSpPr>
        <p:spPr>
          <a:xfrm>
            <a:off x="187731" y="671119"/>
            <a:ext cx="7126401" cy="5803936"/>
          </a:xfrm>
        </p:spPr>
        <p:txBody>
          <a:bodyPr vert="horz" lIns="91440" tIns="45720" rIns="91440" bIns="45720" rtlCol="0" anchor="ctr">
            <a:normAutofit/>
          </a:bodyPr>
          <a:lstStyle/>
          <a:p>
            <a:pPr algn="r">
              <a:lnSpc>
                <a:spcPct val="90000"/>
              </a:lnSpc>
            </a:pPr>
            <a:r>
              <a:rPr lang="en-US" sz="5400" b="1" dirty="0">
                <a:solidFill>
                  <a:schemeClr val="bg1"/>
                </a:solidFill>
              </a:rPr>
              <a:t>What caused Zacchaeus(people) that matter to be Saved?</a:t>
            </a:r>
          </a:p>
        </p:txBody>
      </p:sp>
      <p:cxnSp>
        <p:nvCxnSpPr>
          <p:cNvPr id="96" name="Straight Connector 95">
            <a:extLst>
              <a:ext uri="{FF2B5EF4-FFF2-40B4-BE49-F238E27FC236}">
                <a16:creationId xmlns:a16="http://schemas.microsoft.com/office/drawing/2014/main" id="{34D43EC1-35FA-4FC3-8526-F655CEB09D9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537196" y="1871831"/>
            <a:ext cx="0" cy="3200400"/>
          </a:xfrm>
          <a:prstGeom prst="line">
            <a:avLst/>
          </a:prstGeom>
          <a:ln w="15875">
            <a:solidFill>
              <a:schemeClr val="accent5"/>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801921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398C59F-5A18-487B-91D6-B955AACF2E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9" name="Freeform 11">
              <a:extLst>
                <a:ext uri="{FF2B5EF4-FFF2-40B4-BE49-F238E27FC236}">
                  <a16:creationId xmlns:a16="http://schemas.microsoft.com/office/drawing/2014/main" id="{0557FAFE-C7C3-47EC-A4F5-9B21663192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0" name="Freeform 12">
              <a:extLst>
                <a:ext uri="{FF2B5EF4-FFF2-40B4-BE49-F238E27FC236}">
                  <a16:creationId xmlns:a16="http://schemas.microsoft.com/office/drawing/2014/main" id="{95BC28FB-3882-4674-9D79-EA58BEB7C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11" name="Freeform 13">
              <a:extLst>
                <a:ext uri="{FF2B5EF4-FFF2-40B4-BE49-F238E27FC236}">
                  <a16:creationId xmlns:a16="http://schemas.microsoft.com/office/drawing/2014/main" id="{9C6EC892-83F9-402F-8552-0AD7C0556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12" name="Freeform 14">
              <a:extLst>
                <a:ext uri="{FF2B5EF4-FFF2-40B4-BE49-F238E27FC236}">
                  <a16:creationId xmlns:a16="http://schemas.microsoft.com/office/drawing/2014/main" id="{18387766-037C-4EF0-8471-D19CBF2A4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13" name="Freeform 15">
              <a:extLst>
                <a:ext uri="{FF2B5EF4-FFF2-40B4-BE49-F238E27FC236}">
                  <a16:creationId xmlns:a16="http://schemas.microsoft.com/office/drawing/2014/main" id="{1E364F38-6F3A-476A-93E6-962EA817C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4" name="Freeform 16">
              <a:extLst>
                <a:ext uri="{FF2B5EF4-FFF2-40B4-BE49-F238E27FC236}">
                  <a16:creationId xmlns:a16="http://schemas.microsoft.com/office/drawing/2014/main" id="{35C335A4-1E67-4293-8BE2-DFB085D4F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15" name="Freeform 17">
              <a:extLst>
                <a:ext uri="{FF2B5EF4-FFF2-40B4-BE49-F238E27FC236}">
                  <a16:creationId xmlns:a16="http://schemas.microsoft.com/office/drawing/2014/main" id="{9A8A0F10-2C98-4297-9F92-5D9553392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16" name="Freeform 18">
              <a:extLst>
                <a:ext uri="{FF2B5EF4-FFF2-40B4-BE49-F238E27FC236}">
                  <a16:creationId xmlns:a16="http://schemas.microsoft.com/office/drawing/2014/main" id="{C3B112A3-006E-4008-A778-DB5F6A09D5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17" name="Freeform 19">
              <a:extLst>
                <a:ext uri="{FF2B5EF4-FFF2-40B4-BE49-F238E27FC236}">
                  <a16:creationId xmlns:a16="http://schemas.microsoft.com/office/drawing/2014/main" id="{E5E62767-5C25-4C49-9568-432433A3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18" name="Freeform 20">
              <a:extLst>
                <a:ext uri="{FF2B5EF4-FFF2-40B4-BE49-F238E27FC236}">
                  <a16:creationId xmlns:a16="http://schemas.microsoft.com/office/drawing/2014/main" id="{598EC006-77B1-42BA-B815-66CCB9B170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19" name="Freeform 21">
              <a:extLst>
                <a:ext uri="{FF2B5EF4-FFF2-40B4-BE49-F238E27FC236}">
                  <a16:creationId xmlns:a16="http://schemas.microsoft.com/office/drawing/2014/main" id="{A144ED09-DA06-491D-95A8-AB3DED4329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20" name="Freeform 22">
              <a:extLst>
                <a:ext uri="{FF2B5EF4-FFF2-40B4-BE49-F238E27FC236}">
                  <a16:creationId xmlns:a16="http://schemas.microsoft.com/office/drawing/2014/main" id="{1CB00BD2-11CD-4A38-8F38-02B0D1105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22" name="Group 21">
            <a:extLst>
              <a:ext uri="{FF2B5EF4-FFF2-40B4-BE49-F238E27FC236}">
                <a16:creationId xmlns:a16="http://schemas.microsoft.com/office/drawing/2014/main" id="{520234FB-542E-4550-9C2F-1B56FD41A1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3" name="Freeform 27">
              <a:extLst>
                <a:ext uri="{FF2B5EF4-FFF2-40B4-BE49-F238E27FC236}">
                  <a16:creationId xmlns:a16="http://schemas.microsoft.com/office/drawing/2014/main" id="{41FCE1F3-DEB3-47CD-90FF-7DABB4AF4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24" name="Freeform 28">
              <a:extLst>
                <a:ext uri="{FF2B5EF4-FFF2-40B4-BE49-F238E27FC236}">
                  <a16:creationId xmlns:a16="http://schemas.microsoft.com/office/drawing/2014/main" id="{5708E488-C19B-452C-B197-6F1C34F6E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25" name="Freeform 29">
              <a:extLst>
                <a:ext uri="{FF2B5EF4-FFF2-40B4-BE49-F238E27FC236}">
                  <a16:creationId xmlns:a16="http://schemas.microsoft.com/office/drawing/2014/main" id="{89D3FD25-890E-4981-A71D-EE796873D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26" name="Freeform 30">
              <a:extLst>
                <a:ext uri="{FF2B5EF4-FFF2-40B4-BE49-F238E27FC236}">
                  <a16:creationId xmlns:a16="http://schemas.microsoft.com/office/drawing/2014/main" id="{51B5414C-556A-47CB-8EE2-974A85A7A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27" name="Freeform 31">
              <a:extLst>
                <a:ext uri="{FF2B5EF4-FFF2-40B4-BE49-F238E27FC236}">
                  <a16:creationId xmlns:a16="http://schemas.microsoft.com/office/drawing/2014/main" id="{1C02B20C-2B27-4B75-8AEE-A5D2E2674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28" name="Freeform 32">
              <a:extLst>
                <a:ext uri="{FF2B5EF4-FFF2-40B4-BE49-F238E27FC236}">
                  <a16:creationId xmlns:a16="http://schemas.microsoft.com/office/drawing/2014/main" id="{54427714-F9AA-4F93-BD1D-400F1EA93F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29" name="Freeform 33">
              <a:extLst>
                <a:ext uri="{FF2B5EF4-FFF2-40B4-BE49-F238E27FC236}">
                  <a16:creationId xmlns:a16="http://schemas.microsoft.com/office/drawing/2014/main" id="{28A77D6A-9E81-497F-ABCC-2695BB5ADD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30" name="Freeform 34">
              <a:extLst>
                <a:ext uri="{FF2B5EF4-FFF2-40B4-BE49-F238E27FC236}">
                  <a16:creationId xmlns:a16="http://schemas.microsoft.com/office/drawing/2014/main" id="{2A1533BA-1478-4F7C-8E24-3F3E905050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31" name="Freeform 35">
              <a:extLst>
                <a:ext uri="{FF2B5EF4-FFF2-40B4-BE49-F238E27FC236}">
                  <a16:creationId xmlns:a16="http://schemas.microsoft.com/office/drawing/2014/main" id="{39686201-E633-40FD-A80A-1E28AD52E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32" name="Freeform 36">
              <a:extLst>
                <a:ext uri="{FF2B5EF4-FFF2-40B4-BE49-F238E27FC236}">
                  <a16:creationId xmlns:a16="http://schemas.microsoft.com/office/drawing/2014/main" id="{76A215C2-F590-4938-810B-F8A79366C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33" name="Freeform 37">
              <a:extLst>
                <a:ext uri="{FF2B5EF4-FFF2-40B4-BE49-F238E27FC236}">
                  <a16:creationId xmlns:a16="http://schemas.microsoft.com/office/drawing/2014/main" id="{85F418E7-330D-4002-8EC8-33C1A897FF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34" name="Freeform 38">
              <a:extLst>
                <a:ext uri="{FF2B5EF4-FFF2-40B4-BE49-F238E27FC236}">
                  <a16:creationId xmlns:a16="http://schemas.microsoft.com/office/drawing/2014/main" id="{8FFE669A-54C9-4436-9566-C5A90F16DB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36" name="Rectangle 35">
            <a:extLst>
              <a:ext uri="{FF2B5EF4-FFF2-40B4-BE49-F238E27FC236}">
                <a16:creationId xmlns:a16="http://schemas.microsoft.com/office/drawing/2014/main" id="{DE91395A-2D18-4AF6-A0AC-AAA7189FE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Freeform 6">
            <a:extLst>
              <a:ext uri="{FF2B5EF4-FFF2-40B4-BE49-F238E27FC236}">
                <a16:creationId xmlns:a16="http://schemas.microsoft.com/office/drawing/2014/main" id="{7BD08880-457D-4C62-A3B5-6A9B0878C7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useBgFill="1">
        <p:nvSpPr>
          <p:cNvPr id="40" name="Rectangle 39">
            <a:extLst>
              <a:ext uri="{FF2B5EF4-FFF2-40B4-BE49-F238E27FC236}">
                <a16:creationId xmlns:a16="http://schemas.microsoft.com/office/drawing/2014/main" id="{6D356F1A-690D-401E-8CF3-E4686CDFE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42" name="Group 41">
            <a:extLst>
              <a:ext uri="{FF2B5EF4-FFF2-40B4-BE49-F238E27FC236}">
                <a16:creationId xmlns:a16="http://schemas.microsoft.com/office/drawing/2014/main" id="{F398A7BA-9279-4363-9D59-238782AB6B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657608" y="228600"/>
            <a:ext cx="2851523" cy="6638625"/>
            <a:chOff x="2487613" y="285750"/>
            <a:chExt cx="2428875" cy="5654676"/>
          </a:xfrm>
        </p:grpSpPr>
        <p:sp>
          <p:nvSpPr>
            <p:cNvPr id="43" name="Freeform 11">
              <a:extLst>
                <a:ext uri="{FF2B5EF4-FFF2-40B4-BE49-F238E27FC236}">
                  <a16:creationId xmlns:a16="http://schemas.microsoft.com/office/drawing/2014/main" id="{8ACCBEEF-7085-4833-8335-E4613C0A1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44" name="Freeform 12">
              <a:extLst>
                <a:ext uri="{FF2B5EF4-FFF2-40B4-BE49-F238E27FC236}">
                  <a16:creationId xmlns:a16="http://schemas.microsoft.com/office/drawing/2014/main" id="{B39C0EC5-6C91-409A-AB3F-D66AF23E9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45" name="Freeform 13">
              <a:extLst>
                <a:ext uri="{FF2B5EF4-FFF2-40B4-BE49-F238E27FC236}">
                  <a16:creationId xmlns:a16="http://schemas.microsoft.com/office/drawing/2014/main" id="{4D4A9340-30CF-474C-AC93-3E9048DFE9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46" name="Freeform 14">
              <a:extLst>
                <a:ext uri="{FF2B5EF4-FFF2-40B4-BE49-F238E27FC236}">
                  <a16:creationId xmlns:a16="http://schemas.microsoft.com/office/drawing/2014/main" id="{C2D90565-D660-46B2-B574-5A6E37C8B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47" name="Freeform 15">
              <a:extLst>
                <a:ext uri="{FF2B5EF4-FFF2-40B4-BE49-F238E27FC236}">
                  <a16:creationId xmlns:a16="http://schemas.microsoft.com/office/drawing/2014/main" id="{4ADDF1F8-3D32-49F9-8A53-B01C2D92CC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48" name="Freeform 16">
              <a:extLst>
                <a:ext uri="{FF2B5EF4-FFF2-40B4-BE49-F238E27FC236}">
                  <a16:creationId xmlns:a16="http://schemas.microsoft.com/office/drawing/2014/main" id="{DD712377-DF82-454C-8AF4-CA68112928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49" name="Freeform 17">
              <a:extLst>
                <a:ext uri="{FF2B5EF4-FFF2-40B4-BE49-F238E27FC236}">
                  <a16:creationId xmlns:a16="http://schemas.microsoft.com/office/drawing/2014/main" id="{694E1871-CC0E-4704-902D-A324F58E49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50" name="Freeform 18">
              <a:extLst>
                <a:ext uri="{FF2B5EF4-FFF2-40B4-BE49-F238E27FC236}">
                  <a16:creationId xmlns:a16="http://schemas.microsoft.com/office/drawing/2014/main" id="{6CEE1CA2-8DDF-468B-B5E5-B584B84BD6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51" name="Freeform 19">
              <a:extLst>
                <a:ext uri="{FF2B5EF4-FFF2-40B4-BE49-F238E27FC236}">
                  <a16:creationId xmlns:a16="http://schemas.microsoft.com/office/drawing/2014/main" id="{AAA4172B-3921-482A-ABEF-E70C9242A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52" name="Freeform 20">
              <a:extLst>
                <a:ext uri="{FF2B5EF4-FFF2-40B4-BE49-F238E27FC236}">
                  <a16:creationId xmlns:a16="http://schemas.microsoft.com/office/drawing/2014/main" id="{6D277B64-E367-442D-B59F-993A45856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53" name="Freeform 21">
              <a:extLst>
                <a:ext uri="{FF2B5EF4-FFF2-40B4-BE49-F238E27FC236}">
                  <a16:creationId xmlns:a16="http://schemas.microsoft.com/office/drawing/2014/main" id="{B4BA4199-8677-44FF-BD30-63130A0F5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54" name="Freeform 22">
              <a:extLst>
                <a:ext uri="{FF2B5EF4-FFF2-40B4-BE49-F238E27FC236}">
                  <a16:creationId xmlns:a16="http://schemas.microsoft.com/office/drawing/2014/main" id="{A890CEB5-09DD-4185-9405-A39BA6405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56" name="Group 55">
            <a:extLst>
              <a:ext uri="{FF2B5EF4-FFF2-40B4-BE49-F238E27FC236}">
                <a16:creationId xmlns:a16="http://schemas.microsoft.com/office/drawing/2014/main" id="{3B88DAD3-AF6F-4D6C-8512-7239A69A40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684823" y="-786"/>
            <a:ext cx="2356675" cy="6854040"/>
            <a:chOff x="6627813" y="194833"/>
            <a:chExt cx="1952625" cy="5678918"/>
          </a:xfrm>
        </p:grpSpPr>
        <p:sp>
          <p:nvSpPr>
            <p:cNvPr id="57" name="Freeform 27">
              <a:extLst>
                <a:ext uri="{FF2B5EF4-FFF2-40B4-BE49-F238E27FC236}">
                  <a16:creationId xmlns:a16="http://schemas.microsoft.com/office/drawing/2014/main" id="{1BA39A29-3A4E-4822-A540-9AD6ACCBA9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58" name="Freeform 28">
              <a:extLst>
                <a:ext uri="{FF2B5EF4-FFF2-40B4-BE49-F238E27FC236}">
                  <a16:creationId xmlns:a16="http://schemas.microsoft.com/office/drawing/2014/main" id="{B2ACACE6-15B3-4FAF-AA08-E1006B3FD5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59" name="Freeform 29">
              <a:extLst>
                <a:ext uri="{FF2B5EF4-FFF2-40B4-BE49-F238E27FC236}">
                  <a16:creationId xmlns:a16="http://schemas.microsoft.com/office/drawing/2014/main" id="{1F9A4D9A-69F4-4FEC-B0DE-DD76F476ED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60" name="Freeform 30">
              <a:extLst>
                <a:ext uri="{FF2B5EF4-FFF2-40B4-BE49-F238E27FC236}">
                  <a16:creationId xmlns:a16="http://schemas.microsoft.com/office/drawing/2014/main" id="{E92DC9B5-F16D-4C41-824C-822DE7AA0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61" name="Freeform 31">
              <a:extLst>
                <a:ext uri="{FF2B5EF4-FFF2-40B4-BE49-F238E27FC236}">
                  <a16:creationId xmlns:a16="http://schemas.microsoft.com/office/drawing/2014/main" id="{E737D559-8865-4000-A777-792FF67549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62" name="Freeform 32">
              <a:extLst>
                <a:ext uri="{FF2B5EF4-FFF2-40B4-BE49-F238E27FC236}">
                  <a16:creationId xmlns:a16="http://schemas.microsoft.com/office/drawing/2014/main" id="{B1C2147A-442E-40A4-8A97-FF053B9D2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63" name="Freeform 33">
              <a:extLst>
                <a:ext uri="{FF2B5EF4-FFF2-40B4-BE49-F238E27FC236}">
                  <a16:creationId xmlns:a16="http://schemas.microsoft.com/office/drawing/2014/main" id="{B138F17C-6D47-4F1B-BE44-4A47FBCFF3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64" name="Freeform 34">
              <a:extLst>
                <a:ext uri="{FF2B5EF4-FFF2-40B4-BE49-F238E27FC236}">
                  <a16:creationId xmlns:a16="http://schemas.microsoft.com/office/drawing/2014/main" id="{1BCD5498-C801-426F-9CDD-B84178E72E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65" name="Freeform 35">
              <a:extLst>
                <a:ext uri="{FF2B5EF4-FFF2-40B4-BE49-F238E27FC236}">
                  <a16:creationId xmlns:a16="http://schemas.microsoft.com/office/drawing/2014/main" id="{6DB0639C-39E0-4218-B7D1-0408D870F4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66" name="Freeform 36">
              <a:extLst>
                <a:ext uri="{FF2B5EF4-FFF2-40B4-BE49-F238E27FC236}">
                  <a16:creationId xmlns:a16="http://schemas.microsoft.com/office/drawing/2014/main" id="{72715634-CCEA-4B5D-94D7-E2C090EA1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67" name="Freeform 37">
              <a:extLst>
                <a:ext uri="{FF2B5EF4-FFF2-40B4-BE49-F238E27FC236}">
                  <a16:creationId xmlns:a16="http://schemas.microsoft.com/office/drawing/2014/main" id="{6BE08C78-1349-4408-8CE2-ED20F3244D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68" name="Freeform 38">
              <a:extLst>
                <a:ext uri="{FF2B5EF4-FFF2-40B4-BE49-F238E27FC236}">
                  <a16:creationId xmlns:a16="http://schemas.microsoft.com/office/drawing/2014/main" id="{642D5BF8-EF6C-43FC-947B-6986882110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pic>
        <p:nvPicPr>
          <p:cNvPr id="3" name="Picture 2" descr="A close up of leaves&#10;&#10;Description automatically generated">
            <a:extLst>
              <a:ext uri="{FF2B5EF4-FFF2-40B4-BE49-F238E27FC236}">
                <a16:creationId xmlns:a16="http://schemas.microsoft.com/office/drawing/2014/main" id="{CA5FD37B-7DE3-A5B3-7399-70650E2C15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DF6996C-5A79-44C1-A404-2826F4336D4B}"/>
              </a:ext>
            </a:extLst>
          </p:cNvPr>
          <p:cNvSpPr>
            <a:spLocks noGrp="1"/>
          </p:cNvSpPr>
          <p:nvPr>
            <p:ph type="title"/>
          </p:nvPr>
        </p:nvSpPr>
        <p:spPr>
          <a:xfrm>
            <a:off x="5825066" y="2514601"/>
            <a:ext cx="6339710" cy="3139580"/>
          </a:xfrm>
        </p:spPr>
        <p:txBody>
          <a:bodyPr vert="horz" lIns="91440" tIns="45720" rIns="91440" bIns="45720" rtlCol="0" anchor="b">
            <a:noAutofit/>
          </a:bodyPr>
          <a:lstStyle/>
          <a:p>
            <a:r>
              <a:rPr lang="en-US" sz="6600" b="1" dirty="0">
                <a:solidFill>
                  <a:schemeClr val="bg1"/>
                </a:solidFill>
                <a:effectLst/>
              </a:rPr>
              <a:t>1. THE DESIRE TO SEE JESUS.</a:t>
            </a:r>
            <a:br>
              <a:rPr lang="en-US" sz="6600" dirty="0">
                <a:solidFill>
                  <a:schemeClr val="bg1"/>
                </a:solidFill>
                <a:effectLst/>
              </a:rPr>
            </a:br>
            <a:endParaRPr lang="en-US" sz="6600" dirty="0">
              <a:solidFill>
                <a:schemeClr val="bg1"/>
              </a:solidFill>
            </a:endParaRPr>
          </a:p>
        </p:txBody>
      </p:sp>
      <p:sp>
        <p:nvSpPr>
          <p:cNvPr id="70" name="Rectangle 69">
            <a:extLst>
              <a:ext uri="{FF2B5EF4-FFF2-40B4-BE49-F238E27FC236}">
                <a16:creationId xmlns:a16="http://schemas.microsoft.com/office/drawing/2014/main" id="{8841A10E-0F0E-4596-8888-870D709254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57599"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2" name="Freeform 33">
            <a:extLst>
              <a:ext uri="{FF2B5EF4-FFF2-40B4-BE49-F238E27FC236}">
                <a16:creationId xmlns:a16="http://schemas.microsoft.com/office/drawing/2014/main" id="{29B1E55C-E51F-4093-A2A8-137C3E9014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657599"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pic>
        <p:nvPicPr>
          <p:cNvPr id="4" name="Picture 3" descr="Lone person stanging on misty jagged mountain">
            <a:extLst>
              <a:ext uri="{FF2B5EF4-FFF2-40B4-BE49-F238E27FC236}">
                <a16:creationId xmlns:a16="http://schemas.microsoft.com/office/drawing/2014/main" id="{A2014572-2AE1-988E-EF65-05FB3AA98844}"/>
              </a:ext>
            </a:extLst>
          </p:cNvPr>
          <p:cNvPicPr>
            <a:picLocks noChangeAspect="1"/>
          </p:cNvPicPr>
          <p:nvPr/>
        </p:nvPicPr>
        <p:blipFill>
          <a:blip r:embed="rId3"/>
          <a:srcRect l="30742" r="30881"/>
          <a:stretch>
            <a:fillRect/>
          </a:stretch>
        </p:blipFill>
        <p:spPr>
          <a:xfrm>
            <a:off x="-2650" y="10"/>
            <a:ext cx="3681047" cy="6857990"/>
          </a:xfrm>
          <a:prstGeom prst="rect">
            <a:avLst/>
          </a:prstGeom>
        </p:spPr>
      </p:pic>
    </p:spTree>
    <p:extLst>
      <p:ext uri="{BB962C8B-B14F-4D97-AF65-F5344CB8AC3E}">
        <p14:creationId xmlns:p14="http://schemas.microsoft.com/office/powerpoint/2010/main" val="36656600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leaves&#10;&#10;Description automatically generated">
            <a:extLst>
              <a:ext uri="{FF2B5EF4-FFF2-40B4-BE49-F238E27FC236}">
                <a16:creationId xmlns:a16="http://schemas.microsoft.com/office/drawing/2014/main" id="{7B2E72AD-F12C-3D18-4B6D-8F6F1E1096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861217F-451E-480D-997C-D4E9B47E0A4E}"/>
              </a:ext>
            </a:extLst>
          </p:cNvPr>
          <p:cNvSpPr>
            <a:spLocks noGrp="1"/>
          </p:cNvSpPr>
          <p:nvPr>
            <p:ph type="title"/>
          </p:nvPr>
        </p:nvSpPr>
        <p:spPr>
          <a:xfrm>
            <a:off x="989811" y="128979"/>
            <a:ext cx="10551844" cy="1400961"/>
          </a:xfrm>
        </p:spPr>
        <p:txBody>
          <a:bodyPr>
            <a:normAutofit/>
          </a:bodyPr>
          <a:lstStyle/>
          <a:p>
            <a:pPr algn="ctr"/>
            <a:r>
              <a:rPr lang="en-PH" sz="7200" b="1" dirty="0">
                <a:solidFill>
                  <a:schemeClr val="bg1"/>
                </a:solidFill>
              </a:rPr>
              <a:t>Luke 19:3-4 NIV</a:t>
            </a:r>
          </a:p>
        </p:txBody>
      </p:sp>
      <p:sp>
        <p:nvSpPr>
          <p:cNvPr id="3" name="Content Placeholder 2">
            <a:extLst>
              <a:ext uri="{FF2B5EF4-FFF2-40B4-BE49-F238E27FC236}">
                <a16:creationId xmlns:a16="http://schemas.microsoft.com/office/drawing/2014/main" id="{34437BDC-D039-41E6-A742-F90D7278B414}"/>
              </a:ext>
            </a:extLst>
          </p:cNvPr>
          <p:cNvSpPr>
            <a:spLocks noGrp="1"/>
          </p:cNvSpPr>
          <p:nvPr>
            <p:ph idx="1"/>
          </p:nvPr>
        </p:nvSpPr>
        <p:spPr>
          <a:xfrm>
            <a:off x="494905" y="829459"/>
            <a:ext cx="11541655" cy="5457040"/>
          </a:xfrm>
        </p:spPr>
        <p:txBody>
          <a:bodyPr>
            <a:normAutofit/>
          </a:bodyPr>
          <a:lstStyle/>
          <a:p>
            <a:pPr marL="0" indent="0" algn="ctr">
              <a:buNone/>
            </a:pPr>
            <a:endParaRPr lang="en-US" sz="4800" dirty="0">
              <a:solidFill>
                <a:schemeClr val="bg1"/>
              </a:solidFill>
            </a:endParaRPr>
          </a:p>
          <a:p>
            <a:pPr marL="0" indent="0" algn="ctr">
              <a:buNone/>
            </a:pPr>
            <a:r>
              <a:rPr lang="en-US" sz="4800" dirty="0">
                <a:solidFill>
                  <a:schemeClr val="bg1"/>
                </a:solidFill>
              </a:rPr>
              <a:t>3 He wanted to see who Jesus was, but because he was short he could not see over the crowd. 4 So he ran ahead and climbed a sycamore-fig tree to see him, since Jesus was coming that way.</a:t>
            </a:r>
            <a:endParaRPr lang="en-PH" sz="4800" dirty="0">
              <a:solidFill>
                <a:schemeClr val="bg1"/>
              </a:solidFill>
            </a:endParaRPr>
          </a:p>
        </p:txBody>
      </p:sp>
    </p:spTree>
    <p:extLst>
      <p:ext uri="{BB962C8B-B14F-4D97-AF65-F5344CB8AC3E}">
        <p14:creationId xmlns:p14="http://schemas.microsoft.com/office/powerpoint/2010/main" val="27544035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77" name="Group 76">
            <a:extLst>
              <a:ext uri="{FF2B5EF4-FFF2-40B4-BE49-F238E27FC236}">
                <a16:creationId xmlns:a16="http://schemas.microsoft.com/office/drawing/2014/main" id="{7398C59F-5A18-487B-91D6-B955AACF2E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78" name="Freeform 11">
              <a:extLst>
                <a:ext uri="{FF2B5EF4-FFF2-40B4-BE49-F238E27FC236}">
                  <a16:creationId xmlns:a16="http://schemas.microsoft.com/office/drawing/2014/main" id="{0557FAFE-C7C3-47EC-A4F5-9B21663192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79" name="Freeform 12">
              <a:extLst>
                <a:ext uri="{FF2B5EF4-FFF2-40B4-BE49-F238E27FC236}">
                  <a16:creationId xmlns:a16="http://schemas.microsoft.com/office/drawing/2014/main" id="{95BC28FB-3882-4674-9D79-EA58BEB7C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80" name="Freeform 13">
              <a:extLst>
                <a:ext uri="{FF2B5EF4-FFF2-40B4-BE49-F238E27FC236}">
                  <a16:creationId xmlns:a16="http://schemas.microsoft.com/office/drawing/2014/main" id="{9C6EC892-83F9-402F-8552-0AD7C0556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81" name="Freeform 14">
              <a:extLst>
                <a:ext uri="{FF2B5EF4-FFF2-40B4-BE49-F238E27FC236}">
                  <a16:creationId xmlns:a16="http://schemas.microsoft.com/office/drawing/2014/main" id="{18387766-037C-4EF0-8471-D19CBF2A4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82" name="Freeform 15">
              <a:extLst>
                <a:ext uri="{FF2B5EF4-FFF2-40B4-BE49-F238E27FC236}">
                  <a16:creationId xmlns:a16="http://schemas.microsoft.com/office/drawing/2014/main" id="{1E364F38-6F3A-476A-93E6-962EA817C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83" name="Freeform 16">
              <a:extLst>
                <a:ext uri="{FF2B5EF4-FFF2-40B4-BE49-F238E27FC236}">
                  <a16:creationId xmlns:a16="http://schemas.microsoft.com/office/drawing/2014/main" id="{35C335A4-1E67-4293-8BE2-DFB085D4F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84" name="Freeform 17">
              <a:extLst>
                <a:ext uri="{FF2B5EF4-FFF2-40B4-BE49-F238E27FC236}">
                  <a16:creationId xmlns:a16="http://schemas.microsoft.com/office/drawing/2014/main" id="{9A8A0F10-2C98-4297-9F92-5D9553392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85" name="Freeform 18">
              <a:extLst>
                <a:ext uri="{FF2B5EF4-FFF2-40B4-BE49-F238E27FC236}">
                  <a16:creationId xmlns:a16="http://schemas.microsoft.com/office/drawing/2014/main" id="{C3B112A3-006E-4008-A778-DB5F6A09D5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86" name="Freeform 19">
              <a:extLst>
                <a:ext uri="{FF2B5EF4-FFF2-40B4-BE49-F238E27FC236}">
                  <a16:creationId xmlns:a16="http://schemas.microsoft.com/office/drawing/2014/main" id="{E5E62767-5C25-4C49-9568-432433A3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87" name="Freeform 20">
              <a:extLst>
                <a:ext uri="{FF2B5EF4-FFF2-40B4-BE49-F238E27FC236}">
                  <a16:creationId xmlns:a16="http://schemas.microsoft.com/office/drawing/2014/main" id="{598EC006-77B1-42BA-B815-66CCB9B170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88" name="Freeform 21">
              <a:extLst>
                <a:ext uri="{FF2B5EF4-FFF2-40B4-BE49-F238E27FC236}">
                  <a16:creationId xmlns:a16="http://schemas.microsoft.com/office/drawing/2014/main" id="{A144ED09-DA06-491D-95A8-AB3DED4329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89" name="Freeform 22">
              <a:extLst>
                <a:ext uri="{FF2B5EF4-FFF2-40B4-BE49-F238E27FC236}">
                  <a16:creationId xmlns:a16="http://schemas.microsoft.com/office/drawing/2014/main" id="{1CB00BD2-11CD-4A38-8F38-02B0D1105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91" name="Group 90">
            <a:extLst>
              <a:ext uri="{FF2B5EF4-FFF2-40B4-BE49-F238E27FC236}">
                <a16:creationId xmlns:a16="http://schemas.microsoft.com/office/drawing/2014/main" id="{520234FB-542E-4550-9C2F-1B56FD41A1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92" name="Freeform 27">
              <a:extLst>
                <a:ext uri="{FF2B5EF4-FFF2-40B4-BE49-F238E27FC236}">
                  <a16:creationId xmlns:a16="http://schemas.microsoft.com/office/drawing/2014/main" id="{41FCE1F3-DEB3-47CD-90FF-7DABB4AF4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93" name="Freeform 28">
              <a:extLst>
                <a:ext uri="{FF2B5EF4-FFF2-40B4-BE49-F238E27FC236}">
                  <a16:creationId xmlns:a16="http://schemas.microsoft.com/office/drawing/2014/main" id="{5708E488-C19B-452C-B197-6F1C34F6E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94" name="Freeform 29">
              <a:extLst>
                <a:ext uri="{FF2B5EF4-FFF2-40B4-BE49-F238E27FC236}">
                  <a16:creationId xmlns:a16="http://schemas.microsoft.com/office/drawing/2014/main" id="{89D3FD25-890E-4981-A71D-EE796873D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95" name="Freeform 30">
              <a:extLst>
                <a:ext uri="{FF2B5EF4-FFF2-40B4-BE49-F238E27FC236}">
                  <a16:creationId xmlns:a16="http://schemas.microsoft.com/office/drawing/2014/main" id="{51B5414C-556A-47CB-8EE2-974A85A7A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96" name="Freeform 31">
              <a:extLst>
                <a:ext uri="{FF2B5EF4-FFF2-40B4-BE49-F238E27FC236}">
                  <a16:creationId xmlns:a16="http://schemas.microsoft.com/office/drawing/2014/main" id="{1C02B20C-2B27-4B75-8AEE-A5D2E2674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97" name="Freeform 32">
              <a:extLst>
                <a:ext uri="{FF2B5EF4-FFF2-40B4-BE49-F238E27FC236}">
                  <a16:creationId xmlns:a16="http://schemas.microsoft.com/office/drawing/2014/main" id="{54427714-F9AA-4F93-BD1D-400F1EA93F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98" name="Freeform 33">
              <a:extLst>
                <a:ext uri="{FF2B5EF4-FFF2-40B4-BE49-F238E27FC236}">
                  <a16:creationId xmlns:a16="http://schemas.microsoft.com/office/drawing/2014/main" id="{28A77D6A-9E81-497F-ABCC-2695BB5ADD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99" name="Freeform 34">
              <a:extLst>
                <a:ext uri="{FF2B5EF4-FFF2-40B4-BE49-F238E27FC236}">
                  <a16:creationId xmlns:a16="http://schemas.microsoft.com/office/drawing/2014/main" id="{2A1533BA-1478-4F7C-8E24-3F3E905050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00" name="Freeform 35">
              <a:extLst>
                <a:ext uri="{FF2B5EF4-FFF2-40B4-BE49-F238E27FC236}">
                  <a16:creationId xmlns:a16="http://schemas.microsoft.com/office/drawing/2014/main" id="{39686201-E633-40FD-A80A-1E28AD52E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101" name="Freeform 36">
              <a:extLst>
                <a:ext uri="{FF2B5EF4-FFF2-40B4-BE49-F238E27FC236}">
                  <a16:creationId xmlns:a16="http://schemas.microsoft.com/office/drawing/2014/main" id="{76A215C2-F590-4938-810B-F8A79366C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102" name="Freeform 37">
              <a:extLst>
                <a:ext uri="{FF2B5EF4-FFF2-40B4-BE49-F238E27FC236}">
                  <a16:creationId xmlns:a16="http://schemas.microsoft.com/office/drawing/2014/main" id="{85F418E7-330D-4002-8EC8-33C1A897FF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103" name="Freeform 38">
              <a:extLst>
                <a:ext uri="{FF2B5EF4-FFF2-40B4-BE49-F238E27FC236}">
                  <a16:creationId xmlns:a16="http://schemas.microsoft.com/office/drawing/2014/main" id="{8FFE669A-54C9-4436-9566-C5A90F16DB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105" name="Rectangle 104">
            <a:extLst>
              <a:ext uri="{FF2B5EF4-FFF2-40B4-BE49-F238E27FC236}">
                <a16:creationId xmlns:a16="http://schemas.microsoft.com/office/drawing/2014/main" id="{DE91395A-2D18-4AF6-A0AC-AAA7189FE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07" name="Freeform 6">
            <a:extLst>
              <a:ext uri="{FF2B5EF4-FFF2-40B4-BE49-F238E27FC236}">
                <a16:creationId xmlns:a16="http://schemas.microsoft.com/office/drawing/2014/main" id="{7BD08880-457D-4C62-A3B5-6A9B0878C7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useBgFill="1">
        <p:nvSpPr>
          <p:cNvPr id="109" name="Rectangle 108">
            <a:extLst>
              <a:ext uri="{FF2B5EF4-FFF2-40B4-BE49-F238E27FC236}">
                <a16:creationId xmlns:a16="http://schemas.microsoft.com/office/drawing/2014/main" id="{6D356F1A-690D-401E-8CF3-E4686CDFE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111" name="Group 110">
            <a:extLst>
              <a:ext uri="{FF2B5EF4-FFF2-40B4-BE49-F238E27FC236}">
                <a16:creationId xmlns:a16="http://schemas.microsoft.com/office/drawing/2014/main" id="{F398A7BA-9279-4363-9D59-238782AB6B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657608" y="228600"/>
            <a:ext cx="2851523" cy="6638625"/>
            <a:chOff x="2487613" y="285750"/>
            <a:chExt cx="2428875" cy="5654676"/>
          </a:xfrm>
        </p:grpSpPr>
        <p:sp>
          <p:nvSpPr>
            <p:cNvPr id="112" name="Freeform 11">
              <a:extLst>
                <a:ext uri="{FF2B5EF4-FFF2-40B4-BE49-F238E27FC236}">
                  <a16:creationId xmlns:a16="http://schemas.microsoft.com/office/drawing/2014/main" id="{8ACCBEEF-7085-4833-8335-E4613C0A1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13" name="Freeform 12">
              <a:extLst>
                <a:ext uri="{FF2B5EF4-FFF2-40B4-BE49-F238E27FC236}">
                  <a16:creationId xmlns:a16="http://schemas.microsoft.com/office/drawing/2014/main" id="{B39C0EC5-6C91-409A-AB3F-D66AF23E9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114" name="Freeform 13">
              <a:extLst>
                <a:ext uri="{FF2B5EF4-FFF2-40B4-BE49-F238E27FC236}">
                  <a16:creationId xmlns:a16="http://schemas.microsoft.com/office/drawing/2014/main" id="{4D4A9340-30CF-474C-AC93-3E9048DFE9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115" name="Freeform 14">
              <a:extLst>
                <a:ext uri="{FF2B5EF4-FFF2-40B4-BE49-F238E27FC236}">
                  <a16:creationId xmlns:a16="http://schemas.microsoft.com/office/drawing/2014/main" id="{C2D90565-D660-46B2-B574-5A6E37C8B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116" name="Freeform 15">
              <a:extLst>
                <a:ext uri="{FF2B5EF4-FFF2-40B4-BE49-F238E27FC236}">
                  <a16:creationId xmlns:a16="http://schemas.microsoft.com/office/drawing/2014/main" id="{4ADDF1F8-3D32-49F9-8A53-B01C2D92CC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17" name="Freeform 16">
              <a:extLst>
                <a:ext uri="{FF2B5EF4-FFF2-40B4-BE49-F238E27FC236}">
                  <a16:creationId xmlns:a16="http://schemas.microsoft.com/office/drawing/2014/main" id="{DD712377-DF82-454C-8AF4-CA68112928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118" name="Freeform 17">
              <a:extLst>
                <a:ext uri="{FF2B5EF4-FFF2-40B4-BE49-F238E27FC236}">
                  <a16:creationId xmlns:a16="http://schemas.microsoft.com/office/drawing/2014/main" id="{694E1871-CC0E-4704-902D-A324F58E49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119" name="Freeform 18">
              <a:extLst>
                <a:ext uri="{FF2B5EF4-FFF2-40B4-BE49-F238E27FC236}">
                  <a16:creationId xmlns:a16="http://schemas.microsoft.com/office/drawing/2014/main" id="{6CEE1CA2-8DDF-468B-B5E5-B584B84BD6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120" name="Freeform 19">
              <a:extLst>
                <a:ext uri="{FF2B5EF4-FFF2-40B4-BE49-F238E27FC236}">
                  <a16:creationId xmlns:a16="http://schemas.microsoft.com/office/drawing/2014/main" id="{AAA4172B-3921-482A-ABEF-E70C9242A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121" name="Freeform 20">
              <a:extLst>
                <a:ext uri="{FF2B5EF4-FFF2-40B4-BE49-F238E27FC236}">
                  <a16:creationId xmlns:a16="http://schemas.microsoft.com/office/drawing/2014/main" id="{6D277B64-E367-442D-B59F-993A45856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122" name="Freeform 21">
              <a:extLst>
                <a:ext uri="{FF2B5EF4-FFF2-40B4-BE49-F238E27FC236}">
                  <a16:creationId xmlns:a16="http://schemas.microsoft.com/office/drawing/2014/main" id="{B4BA4199-8677-44FF-BD30-63130A0F5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123" name="Freeform 22">
              <a:extLst>
                <a:ext uri="{FF2B5EF4-FFF2-40B4-BE49-F238E27FC236}">
                  <a16:creationId xmlns:a16="http://schemas.microsoft.com/office/drawing/2014/main" id="{A890CEB5-09DD-4185-9405-A39BA6405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25" name="Group 124">
            <a:extLst>
              <a:ext uri="{FF2B5EF4-FFF2-40B4-BE49-F238E27FC236}">
                <a16:creationId xmlns:a16="http://schemas.microsoft.com/office/drawing/2014/main" id="{3B88DAD3-AF6F-4D6C-8512-7239A69A40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684823" y="-786"/>
            <a:ext cx="2356675" cy="6854040"/>
            <a:chOff x="6627813" y="194833"/>
            <a:chExt cx="1952625" cy="5678918"/>
          </a:xfrm>
        </p:grpSpPr>
        <p:sp>
          <p:nvSpPr>
            <p:cNvPr id="126" name="Freeform 27">
              <a:extLst>
                <a:ext uri="{FF2B5EF4-FFF2-40B4-BE49-F238E27FC236}">
                  <a16:creationId xmlns:a16="http://schemas.microsoft.com/office/drawing/2014/main" id="{1BA39A29-3A4E-4822-A540-9AD6ACCBA9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27" name="Freeform 28">
              <a:extLst>
                <a:ext uri="{FF2B5EF4-FFF2-40B4-BE49-F238E27FC236}">
                  <a16:creationId xmlns:a16="http://schemas.microsoft.com/office/drawing/2014/main" id="{B2ACACE6-15B3-4FAF-AA08-E1006B3FD5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28" name="Freeform 29">
              <a:extLst>
                <a:ext uri="{FF2B5EF4-FFF2-40B4-BE49-F238E27FC236}">
                  <a16:creationId xmlns:a16="http://schemas.microsoft.com/office/drawing/2014/main" id="{1F9A4D9A-69F4-4FEC-B0DE-DD76F476ED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29" name="Freeform 30">
              <a:extLst>
                <a:ext uri="{FF2B5EF4-FFF2-40B4-BE49-F238E27FC236}">
                  <a16:creationId xmlns:a16="http://schemas.microsoft.com/office/drawing/2014/main" id="{E92DC9B5-F16D-4C41-824C-822DE7AA0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30" name="Freeform 31">
              <a:extLst>
                <a:ext uri="{FF2B5EF4-FFF2-40B4-BE49-F238E27FC236}">
                  <a16:creationId xmlns:a16="http://schemas.microsoft.com/office/drawing/2014/main" id="{E737D559-8865-4000-A777-792FF67549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31" name="Freeform 32">
              <a:extLst>
                <a:ext uri="{FF2B5EF4-FFF2-40B4-BE49-F238E27FC236}">
                  <a16:creationId xmlns:a16="http://schemas.microsoft.com/office/drawing/2014/main" id="{B1C2147A-442E-40A4-8A97-FF053B9D2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32" name="Freeform 33">
              <a:extLst>
                <a:ext uri="{FF2B5EF4-FFF2-40B4-BE49-F238E27FC236}">
                  <a16:creationId xmlns:a16="http://schemas.microsoft.com/office/drawing/2014/main" id="{B138F17C-6D47-4F1B-BE44-4A47FBCFF3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33" name="Freeform 34">
              <a:extLst>
                <a:ext uri="{FF2B5EF4-FFF2-40B4-BE49-F238E27FC236}">
                  <a16:creationId xmlns:a16="http://schemas.microsoft.com/office/drawing/2014/main" id="{1BCD5498-C801-426F-9CDD-B84178E72E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34" name="Freeform 35">
              <a:extLst>
                <a:ext uri="{FF2B5EF4-FFF2-40B4-BE49-F238E27FC236}">
                  <a16:creationId xmlns:a16="http://schemas.microsoft.com/office/drawing/2014/main" id="{6DB0639C-39E0-4218-B7D1-0408D870F4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135" name="Freeform 36">
              <a:extLst>
                <a:ext uri="{FF2B5EF4-FFF2-40B4-BE49-F238E27FC236}">
                  <a16:creationId xmlns:a16="http://schemas.microsoft.com/office/drawing/2014/main" id="{72715634-CCEA-4B5D-94D7-E2C090EA1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136" name="Freeform 37">
              <a:extLst>
                <a:ext uri="{FF2B5EF4-FFF2-40B4-BE49-F238E27FC236}">
                  <a16:creationId xmlns:a16="http://schemas.microsoft.com/office/drawing/2014/main" id="{6BE08C78-1349-4408-8CE2-ED20F3244D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137" name="Freeform 38">
              <a:extLst>
                <a:ext uri="{FF2B5EF4-FFF2-40B4-BE49-F238E27FC236}">
                  <a16:creationId xmlns:a16="http://schemas.microsoft.com/office/drawing/2014/main" id="{642D5BF8-EF6C-43FC-947B-6986882110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pic>
        <p:nvPicPr>
          <p:cNvPr id="3" name="Picture 2" descr="A close up of leaves&#10;&#10;Description automatically generated">
            <a:extLst>
              <a:ext uri="{FF2B5EF4-FFF2-40B4-BE49-F238E27FC236}">
                <a16:creationId xmlns:a16="http://schemas.microsoft.com/office/drawing/2014/main" id="{6859B3FF-DA70-4736-8B36-319A8E7E89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0D9C574-F9B3-42CE-879E-DFBADCA01314}"/>
              </a:ext>
            </a:extLst>
          </p:cNvPr>
          <p:cNvSpPr>
            <a:spLocks noGrp="1"/>
          </p:cNvSpPr>
          <p:nvPr>
            <p:ph type="title"/>
          </p:nvPr>
        </p:nvSpPr>
        <p:spPr>
          <a:xfrm>
            <a:off x="5355087" y="2514601"/>
            <a:ext cx="6880328" cy="3156358"/>
          </a:xfrm>
        </p:spPr>
        <p:txBody>
          <a:bodyPr vert="horz" lIns="91440" tIns="45720" rIns="91440" bIns="45720" rtlCol="0" anchor="b">
            <a:noAutofit/>
          </a:bodyPr>
          <a:lstStyle/>
          <a:p>
            <a:r>
              <a:rPr lang="en-US" sz="6000" b="1" dirty="0">
                <a:solidFill>
                  <a:schemeClr val="bg1"/>
                </a:solidFill>
              </a:rPr>
              <a:t>2.	HE STEP INTO RIGHT DIRECTION</a:t>
            </a:r>
          </a:p>
        </p:txBody>
      </p:sp>
      <p:sp>
        <p:nvSpPr>
          <p:cNvPr id="139" name="Rectangle 138">
            <a:extLst>
              <a:ext uri="{FF2B5EF4-FFF2-40B4-BE49-F238E27FC236}">
                <a16:creationId xmlns:a16="http://schemas.microsoft.com/office/drawing/2014/main" id="{8841A10E-0F0E-4596-8888-870D709254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57599"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1" name="Freeform 33">
            <a:extLst>
              <a:ext uri="{FF2B5EF4-FFF2-40B4-BE49-F238E27FC236}">
                <a16:creationId xmlns:a16="http://schemas.microsoft.com/office/drawing/2014/main" id="{29B1E55C-E51F-4093-A2A8-137C3E9014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657599"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pic>
        <p:nvPicPr>
          <p:cNvPr id="73" name="Picture 72" descr="Close-up of hopscotch on a sidewalk">
            <a:extLst>
              <a:ext uri="{FF2B5EF4-FFF2-40B4-BE49-F238E27FC236}">
                <a16:creationId xmlns:a16="http://schemas.microsoft.com/office/drawing/2014/main" id="{EAB56C43-055C-B349-4F3F-F899578E468A}"/>
              </a:ext>
            </a:extLst>
          </p:cNvPr>
          <p:cNvPicPr>
            <a:picLocks noChangeAspect="1"/>
          </p:cNvPicPr>
          <p:nvPr/>
        </p:nvPicPr>
        <p:blipFill>
          <a:blip r:embed="rId3"/>
          <a:srcRect l="32804" r="31368" b="-1"/>
          <a:stretch>
            <a:fillRect/>
          </a:stretch>
        </p:blipFill>
        <p:spPr>
          <a:xfrm>
            <a:off x="-2650" y="10"/>
            <a:ext cx="3681047" cy="6857990"/>
          </a:xfrm>
          <a:prstGeom prst="rect">
            <a:avLst/>
          </a:prstGeom>
        </p:spPr>
      </p:pic>
    </p:spTree>
    <p:extLst>
      <p:ext uri="{BB962C8B-B14F-4D97-AF65-F5344CB8AC3E}">
        <p14:creationId xmlns:p14="http://schemas.microsoft.com/office/powerpoint/2010/main" val="398811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leaves&#10;&#10;Description automatically generated">
            <a:extLst>
              <a:ext uri="{FF2B5EF4-FFF2-40B4-BE49-F238E27FC236}">
                <a16:creationId xmlns:a16="http://schemas.microsoft.com/office/drawing/2014/main" id="{1F3C72B7-BE36-F098-CCFA-6BF3F65D1C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861217F-451E-480D-997C-D4E9B47E0A4E}"/>
              </a:ext>
            </a:extLst>
          </p:cNvPr>
          <p:cNvSpPr>
            <a:spLocks noGrp="1"/>
          </p:cNvSpPr>
          <p:nvPr>
            <p:ph type="title"/>
          </p:nvPr>
        </p:nvSpPr>
        <p:spPr>
          <a:xfrm>
            <a:off x="1145249" y="257174"/>
            <a:ext cx="10551844" cy="1400961"/>
          </a:xfrm>
        </p:spPr>
        <p:txBody>
          <a:bodyPr>
            <a:normAutofit/>
          </a:bodyPr>
          <a:lstStyle/>
          <a:p>
            <a:pPr algn="ctr"/>
            <a:r>
              <a:rPr lang="en-PH" sz="7200" b="1" dirty="0">
                <a:solidFill>
                  <a:schemeClr val="bg1"/>
                </a:solidFill>
              </a:rPr>
              <a:t>Proverbs 14:12 NKJV</a:t>
            </a:r>
          </a:p>
        </p:txBody>
      </p:sp>
      <p:sp>
        <p:nvSpPr>
          <p:cNvPr id="3" name="Content Placeholder 2">
            <a:extLst>
              <a:ext uri="{FF2B5EF4-FFF2-40B4-BE49-F238E27FC236}">
                <a16:creationId xmlns:a16="http://schemas.microsoft.com/office/drawing/2014/main" id="{34437BDC-D039-41E6-A742-F90D7278B414}"/>
              </a:ext>
            </a:extLst>
          </p:cNvPr>
          <p:cNvSpPr>
            <a:spLocks noGrp="1"/>
          </p:cNvSpPr>
          <p:nvPr>
            <p:ph idx="1"/>
          </p:nvPr>
        </p:nvSpPr>
        <p:spPr>
          <a:xfrm>
            <a:off x="325172" y="1400960"/>
            <a:ext cx="11541655" cy="5457040"/>
          </a:xfrm>
        </p:spPr>
        <p:txBody>
          <a:bodyPr>
            <a:normAutofit/>
          </a:bodyPr>
          <a:lstStyle/>
          <a:p>
            <a:pPr marL="0" indent="0" algn="ctr">
              <a:buNone/>
            </a:pPr>
            <a:endParaRPr lang="en-US" sz="6000" dirty="0">
              <a:solidFill>
                <a:schemeClr val="bg1"/>
              </a:solidFill>
            </a:endParaRPr>
          </a:p>
          <a:p>
            <a:pPr marL="0" indent="0" algn="ctr">
              <a:buNone/>
            </a:pPr>
            <a:r>
              <a:rPr lang="en-US" sz="6000" dirty="0">
                <a:solidFill>
                  <a:schemeClr val="bg1"/>
                </a:solidFill>
              </a:rPr>
              <a:t>There is a way that seems right to a man,</a:t>
            </a:r>
          </a:p>
          <a:p>
            <a:pPr marL="0" indent="0" algn="ctr">
              <a:buNone/>
            </a:pPr>
            <a:r>
              <a:rPr lang="en-US" sz="6000" dirty="0">
                <a:solidFill>
                  <a:schemeClr val="bg1"/>
                </a:solidFill>
              </a:rPr>
              <a:t>But its end is the way of death.</a:t>
            </a:r>
          </a:p>
          <a:p>
            <a:pPr marL="0" indent="0" algn="ctr">
              <a:buNone/>
            </a:pPr>
            <a:endParaRPr lang="en-PH" sz="6000" dirty="0">
              <a:solidFill>
                <a:schemeClr val="bg1"/>
              </a:solidFill>
            </a:endParaRPr>
          </a:p>
        </p:txBody>
      </p:sp>
    </p:spTree>
    <p:extLst>
      <p:ext uri="{BB962C8B-B14F-4D97-AF65-F5344CB8AC3E}">
        <p14:creationId xmlns:p14="http://schemas.microsoft.com/office/powerpoint/2010/main" val="28826188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leaves&#10;&#10;Description automatically generated">
            <a:extLst>
              <a:ext uri="{FF2B5EF4-FFF2-40B4-BE49-F238E27FC236}">
                <a16:creationId xmlns:a16="http://schemas.microsoft.com/office/drawing/2014/main" id="{21DDE1F5-A3FA-3A60-0EF6-CAEE84128DA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861217F-451E-480D-997C-D4E9B47E0A4E}"/>
              </a:ext>
            </a:extLst>
          </p:cNvPr>
          <p:cNvSpPr>
            <a:spLocks noGrp="1"/>
          </p:cNvSpPr>
          <p:nvPr>
            <p:ph type="title"/>
          </p:nvPr>
        </p:nvSpPr>
        <p:spPr>
          <a:xfrm>
            <a:off x="1640156" y="-1"/>
            <a:ext cx="10551844" cy="1400961"/>
          </a:xfrm>
        </p:spPr>
        <p:txBody>
          <a:bodyPr>
            <a:normAutofit/>
          </a:bodyPr>
          <a:lstStyle/>
          <a:p>
            <a:pPr algn="ctr"/>
            <a:r>
              <a:rPr lang="en-PH" sz="7200" b="1" dirty="0">
                <a:solidFill>
                  <a:schemeClr val="bg1"/>
                </a:solidFill>
              </a:rPr>
              <a:t>Luke 19:5-6 NIV</a:t>
            </a:r>
          </a:p>
        </p:txBody>
      </p:sp>
      <p:sp>
        <p:nvSpPr>
          <p:cNvPr id="3" name="Content Placeholder 2">
            <a:extLst>
              <a:ext uri="{FF2B5EF4-FFF2-40B4-BE49-F238E27FC236}">
                <a16:creationId xmlns:a16="http://schemas.microsoft.com/office/drawing/2014/main" id="{34437BDC-D039-41E6-A742-F90D7278B414}"/>
              </a:ext>
            </a:extLst>
          </p:cNvPr>
          <p:cNvSpPr>
            <a:spLocks noGrp="1"/>
          </p:cNvSpPr>
          <p:nvPr>
            <p:ph idx="1"/>
          </p:nvPr>
        </p:nvSpPr>
        <p:spPr>
          <a:xfrm>
            <a:off x="650344" y="1400960"/>
            <a:ext cx="11541655" cy="5457040"/>
          </a:xfrm>
        </p:spPr>
        <p:txBody>
          <a:bodyPr>
            <a:normAutofit lnSpcReduction="10000"/>
          </a:bodyPr>
          <a:lstStyle/>
          <a:p>
            <a:pPr marL="0" indent="0" algn="ctr">
              <a:buNone/>
            </a:pPr>
            <a:r>
              <a:rPr lang="en-US" sz="5400" dirty="0">
                <a:solidFill>
                  <a:schemeClr val="bg1"/>
                </a:solidFill>
              </a:rPr>
              <a:t>5 When Jesus reached the spot, he looked up and said to him, “Zacchaeus, come down immediately. I must stay at your house today.” 6 So he came down at once and welcomed him gladly.</a:t>
            </a:r>
            <a:endParaRPr lang="en-PH" sz="5400" dirty="0">
              <a:solidFill>
                <a:schemeClr val="bg1"/>
              </a:solidFill>
            </a:endParaRPr>
          </a:p>
        </p:txBody>
      </p:sp>
    </p:spTree>
    <p:extLst>
      <p:ext uri="{BB962C8B-B14F-4D97-AF65-F5344CB8AC3E}">
        <p14:creationId xmlns:p14="http://schemas.microsoft.com/office/powerpoint/2010/main" val="10973103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86" name="Group 85">
            <a:extLst>
              <a:ext uri="{FF2B5EF4-FFF2-40B4-BE49-F238E27FC236}">
                <a16:creationId xmlns:a16="http://schemas.microsoft.com/office/drawing/2014/main" id="{7398C59F-5A18-487B-91D6-B955AACF2E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87" name="Freeform 11">
              <a:extLst>
                <a:ext uri="{FF2B5EF4-FFF2-40B4-BE49-F238E27FC236}">
                  <a16:creationId xmlns:a16="http://schemas.microsoft.com/office/drawing/2014/main" id="{0557FAFE-C7C3-47EC-A4F5-9B21663192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88" name="Freeform 12">
              <a:extLst>
                <a:ext uri="{FF2B5EF4-FFF2-40B4-BE49-F238E27FC236}">
                  <a16:creationId xmlns:a16="http://schemas.microsoft.com/office/drawing/2014/main" id="{95BC28FB-3882-4674-9D79-EA58BEB7C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89" name="Freeform 13">
              <a:extLst>
                <a:ext uri="{FF2B5EF4-FFF2-40B4-BE49-F238E27FC236}">
                  <a16:creationId xmlns:a16="http://schemas.microsoft.com/office/drawing/2014/main" id="{9C6EC892-83F9-402F-8552-0AD7C0556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90" name="Freeform 14">
              <a:extLst>
                <a:ext uri="{FF2B5EF4-FFF2-40B4-BE49-F238E27FC236}">
                  <a16:creationId xmlns:a16="http://schemas.microsoft.com/office/drawing/2014/main" id="{18387766-037C-4EF0-8471-D19CBF2A4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91" name="Freeform 15">
              <a:extLst>
                <a:ext uri="{FF2B5EF4-FFF2-40B4-BE49-F238E27FC236}">
                  <a16:creationId xmlns:a16="http://schemas.microsoft.com/office/drawing/2014/main" id="{1E364F38-6F3A-476A-93E6-962EA817C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92" name="Freeform 16">
              <a:extLst>
                <a:ext uri="{FF2B5EF4-FFF2-40B4-BE49-F238E27FC236}">
                  <a16:creationId xmlns:a16="http://schemas.microsoft.com/office/drawing/2014/main" id="{35C335A4-1E67-4293-8BE2-DFB085D4F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93" name="Freeform 17">
              <a:extLst>
                <a:ext uri="{FF2B5EF4-FFF2-40B4-BE49-F238E27FC236}">
                  <a16:creationId xmlns:a16="http://schemas.microsoft.com/office/drawing/2014/main" id="{9A8A0F10-2C98-4297-9F92-5D9553392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94" name="Freeform 18">
              <a:extLst>
                <a:ext uri="{FF2B5EF4-FFF2-40B4-BE49-F238E27FC236}">
                  <a16:creationId xmlns:a16="http://schemas.microsoft.com/office/drawing/2014/main" id="{C3B112A3-006E-4008-A778-DB5F6A09D5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95" name="Freeform 19">
              <a:extLst>
                <a:ext uri="{FF2B5EF4-FFF2-40B4-BE49-F238E27FC236}">
                  <a16:creationId xmlns:a16="http://schemas.microsoft.com/office/drawing/2014/main" id="{E5E62767-5C25-4C49-9568-432433A3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96" name="Freeform 20">
              <a:extLst>
                <a:ext uri="{FF2B5EF4-FFF2-40B4-BE49-F238E27FC236}">
                  <a16:creationId xmlns:a16="http://schemas.microsoft.com/office/drawing/2014/main" id="{598EC006-77B1-42BA-B815-66CCB9B170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97" name="Freeform 21">
              <a:extLst>
                <a:ext uri="{FF2B5EF4-FFF2-40B4-BE49-F238E27FC236}">
                  <a16:creationId xmlns:a16="http://schemas.microsoft.com/office/drawing/2014/main" id="{A144ED09-DA06-491D-95A8-AB3DED4329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98" name="Freeform 22">
              <a:extLst>
                <a:ext uri="{FF2B5EF4-FFF2-40B4-BE49-F238E27FC236}">
                  <a16:creationId xmlns:a16="http://schemas.microsoft.com/office/drawing/2014/main" id="{1CB00BD2-11CD-4A38-8F38-02B0D1105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100" name="Group 99">
            <a:extLst>
              <a:ext uri="{FF2B5EF4-FFF2-40B4-BE49-F238E27FC236}">
                <a16:creationId xmlns:a16="http://schemas.microsoft.com/office/drawing/2014/main" id="{520234FB-542E-4550-9C2F-1B56FD41A1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101" name="Freeform 27">
              <a:extLst>
                <a:ext uri="{FF2B5EF4-FFF2-40B4-BE49-F238E27FC236}">
                  <a16:creationId xmlns:a16="http://schemas.microsoft.com/office/drawing/2014/main" id="{41FCE1F3-DEB3-47CD-90FF-7DABB4AF4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102" name="Freeform 28">
              <a:extLst>
                <a:ext uri="{FF2B5EF4-FFF2-40B4-BE49-F238E27FC236}">
                  <a16:creationId xmlns:a16="http://schemas.microsoft.com/office/drawing/2014/main" id="{5708E488-C19B-452C-B197-6F1C34F6E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103" name="Freeform 29">
              <a:extLst>
                <a:ext uri="{FF2B5EF4-FFF2-40B4-BE49-F238E27FC236}">
                  <a16:creationId xmlns:a16="http://schemas.microsoft.com/office/drawing/2014/main" id="{89D3FD25-890E-4981-A71D-EE796873D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104" name="Freeform 30">
              <a:extLst>
                <a:ext uri="{FF2B5EF4-FFF2-40B4-BE49-F238E27FC236}">
                  <a16:creationId xmlns:a16="http://schemas.microsoft.com/office/drawing/2014/main" id="{51B5414C-556A-47CB-8EE2-974A85A7A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105" name="Freeform 31">
              <a:extLst>
                <a:ext uri="{FF2B5EF4-FFF2-40B4-BE49-F238E27FC236}">
                  <a16:creationId xmlns:a16="http://schemas.microsoft.com/office/drawing/2014/main" id="{1C02B20C-2B27-4B75-8AEE-A5D2E2674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106" name="Freeform 32">
              <a:extLst>
                <a:ext uri="{FF2B5EF4-FFF2-40B4-BE49-F238E27FC236}">
                  <a16:creationId xmlns:a16="http://schemas.microsoft.com/office/drawing/2014/main" id="{54427714-F9AA-4F93-BD1D-400F1EA93F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107" name="Freeform 33">
              <a:extLst>
                <a:ext uri="{FF2B5EF4-FFF2-40B4-BE49-F238E27FC236}">
                  <a16:creationId xmlns:a16="http://schemas.microsoft.com/office/drawing/2014/main" id="{28A77D6A-9E81-497F-ABCC-2695BB5ADD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108" name="Freeform 34">
              <a:extLst>
                <a:ext uri="{FF2B5EF4-FFF2-40B4-BE49-F238E27FC236}">
                  <a16:creationId xmlns:a16="http://schemas.microsoft.com/office/drawing/2014/main" id="{2A1533BA-1478-4F7C-8E24-3F3E905050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109" name="Freeform 35">
              <a:extLst>
                <a:ext uri="{FF2B5EF4-FFF2-40B4-BE49-F238E27FC236}">
                  <a16:creationId xmlns:a16="http://schemas.microsoft.com/office/drawing/2014/main" id="{39686201-E633-40FD-A80A-1E28AD52E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110" name="Freeform 36">
              <a:extLst>
                <a:ext uri="{FF2B5EF4-FFF2-40B4-BE49-F238E27FC236}">
                  <a16:creationId xmlns:a16="http://schemas.microsoft.com/office/drawing/2014/main" id="{76A215C2-F590-4938-810B-F8A79366C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111" name="Freeform 37">
              <a:extLst>
                <a:ext uri="{FF2B5EF4-FFF2-40B4-BE49-F238E27FC236}">
                  <a16:creationId xmlns:a16="http://schemas.microsoft.com/office/drawing/2014/main" id="{85F418E7-330D-4002-8EC8-33C1A897FF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112" name="Freeform 38">
              <a:extLst>
                <a:ext uri="{FF2B5EF4-FFF2-40B4-BE49-F238E27FC236}">
                  <a16:creationId xmlns:a16="http://schemas.microsoft.com/office/drawing/2014/main" id="{8FFE669A-54C9-4436-9566-C5A90F16DB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114" name="Rectangle 113">
            <a:extLst>
              <a:ext uri="{FF2B5EF4-FFF2-40B4-BE49-F238E27FC236}">
                <a16:creationId xmlns:a16="http://schemas.microsoft.com/office/drawing/2014/main" id="{DE91395A-2D18-4AF6-A0AC-AAA7189FE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16" name="Freeform 6">
            <a:extLst>
              <a:ext uri="{FF2B5EF4-FFF2-40B4-BE49-F238E27FC236}">
                <a16:creationId xmlns:a16="http://schemas.microsoft.com/office/drawing/2014/main" id="{7BD08880-457D-4C62-A3B5-6A9B0878C7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useBgFill="1">
        <p:nvSpPr>
          <p:cNvPr id="118" name="Rectangle 117">
            <a:extLst>
              <a:ext uri="{FF2B5EF4-FFF2-40B4-BE49-F238E27FC236}">
                <a16:creationId xmlns:a16="http://schemas.microsoft.com/office/drawing/2014/main" id="{1FF9CEF5-A50D-4B8B-9852-D76F703786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Person walking up a stairs">
            <a:extLst>
              <a:ext uri="{FF2B5EF4-FFF2-40B4-BE49-F238E27FC236}">
                <a16:creationId xmlns:a16="http://schemas.microsoft.com/office/drawing/2014/main" id="{960BDE59-DE6F-EC93-63C8-B95376C5383A}"/>
              </a:ext>
            </a:extLst>
          </p:cNvPr>
          <p:cNvPicPr>
            <a:picLocks noChangeAspect="1"/>
          </p:cNvPicPr>
          <p:nvPr/>
        </p:nvPicPr>
        <p:blipFill>
          <a:blip r:embed="rId2">
            <a:alphaModFix amt="40000"/>
          </a:blip>
          <a:srcRect t="4474" b="11257"/>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851F03D4-5B7B-42C5-978C-65E486013513}"/>
              </a:ext>
            </a:extLst>
          </p:cNvPr>
          <p:cNvSpPr>
            <a:spLocks noGrp="1"/>
          </p:cNvSpPr>
          <p:nvPr>
            <p:ph type="title"/>
          </p:nvPr>
        </p:nvSpPr>
        <p:spPr>
          <a:xfrm>
            <a:off x="1729550" y="3449560"/>
            <a:ext cx="10435226" cy="3080328"/>
          </a:xfrm>
        </p:spPr>
        <p:txBody>
          <a:bodyPr vert="horz" lIns="91440" tIns="45720" rIns="91440" bIns="45720" rtlCol="0" anchor="b">
            <a:normAutofit/>
          </a:bodyPr>
          <a:lstStyle/>
          <a:p>
            <a:pPr algn="ctr">
              <a:lnSpc>
                <a:spcPct val="90000"/>
              </a:lnSpc>
            </a:pPr>
            <a:r>
              <a:rPr lang="en-US" sz="6000" b="1" dirty="0">
                <a:solidFill>
                  <a:schemeClr val="tx1"/>
                </a:solidFill>
                <a:effectLst/>
              </a:rPr>
              <a:t>“JUST A SMALL STEP OF FAITH MEET A RESPONSE OF THE LORD JESUS”</a:t>
            </a:r>
            <a:endParaRPr lang="en-US" sz="6000" dirty="0">
              <a:solidFill>
                <a:schemeClr val="tx1"/>
              </a:solidFill>
            </a:endParaRPr>
          </a:p>
        </p:txBody>
      </p:sp>
      <p:sp>
        <p:nvSpPr>
          <p:cNvPr id="120" name="Rectangle 119">
            <a:extLst>
              <a:ext uri="{FF2B5EF4-FFF2-40B4-BE49-F238E27FC236}">
                <a16:creationId xmlns:a16="http://schemas.microsoft.com/office/drawing/2014/main" id="{30684D86-C9D1-40C3-A9B6-EC935C7312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22" name="Freeform 33">
            <a:extLst>
              <a:ext uri="{FF2B5EF4-FFF2-40B4-BE49-F238E27FC236}">
                <a16:creationId xmlns:a16="http://schemas.microsoft.com/office/drawing/2014/main" id="{1EDF7896-F56A-49DA-90F3-F5CE8B9833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Tree>
    <p:extLst>
      <p:ext uri="{BB962C8B-B14F-4D97-AF65-F5344CB8AC3E}">
        <p14:creationId xmlns:p14="http://schemas.microsoft.com/office/powerpoint/2010/main" val="277416787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398C59F-5A18-487B-91D6-B955AACF2E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9" name="Freeform 11">
              <a:extLst>
                <a:ext uri="{FF2B5EF4-FFF2-40B4-BE49-F238E27FC236}">
                  <a16:creationId xmlns:a16="http://schemas.microsoft.com/office/drawing/2014/main" id="{0557FAFE-C7C3-47EC-A4F5-9B21663192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10" name="Freeform 12">
              <a:extLst>
                <a:ext uri="{FF2B5EF4-FFF2-40B4-BE49-F238E27FC236}">
                  <a16:creationId xmlns:a16="http://schemas.microsoft.com/office/drawing/2014/main" id="{95BC28FB-3882-4674-9D79-EA58BEB7CE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11" name="Freeform 13">
              <a:extLst>
                <a:ext uri="{FF2B5EF4-FFF2-40B4-BE49-F238E27FC236}">
                  <a16:creationId xmlns:a16="http://schemas.microsoft.com/office/drawing/2014/main" id="{9C6EC892-83F9-402F-8552-0AD7C0556E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12" name="Freeform 14">
              <a:extLst>
                <a:ext uri="{FF2B5EF4-FFF2-40B4-BE49-F238E27FC236}">
                  <a16:creationId xmlns:a16="http://schemas.microsoft.com/office/drawing/2014/main" id="{18387766-037C-4EF0-8471-D19CBF2A43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13" name="Freeform 15">
              <a:extLst>
                <a:ext uri="{FF2B5EF4-FFF2-40B4-BE49-F238E27FC236}">
                  <a16:creationId xmlns:a16="http://schemas.microsoft.com/office/drawing/2014/main" id="{1E364F38-6F3A-476A-93E6-962EA817C4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14" name="Freeform 16">
              <a:extLst>
                <a:ext uri="{FF2B5EF4-FFF2-40B4-BE49-F238E27FC236}">
                  <a16:creationId xmlns:a16="http://schemas.microsoft.com/office/drawing/2014/main" id="{35C335A4-1E67-4293-8BE2-DFB085D4F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15" name="Freeform 17">
              <a:extLst>
                <a:ext uri="{FF2B5EF4-FFF2-40B4-BE49-F238E27FC236}">
                  <a16:creationId xmlns:a16="http://schemas.microsoft.com/office/drawing/2014/main" id="{9A8A0F10-2C98-4297-9F92-5D95533927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16" name="Freeform 18">
              <a:extLst>
                <a:ext uri="{FF2B5EF4-FFF2-40B4-BE49-F238E27FC236}">
                  <a16:creationId xmlns:a16="http://schemas.microsoft.com/office/drawing/2014/main" id="{C3B112A3-006E-4008-A778-DB5F6A09D5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17" name="Freeform 19">
              <a:extLst>
                <a:ext uri="{FF2B5EF4-FFF2-40B4-BE49-F238E27FC236}">
                  <a16:creationId xmlns:a16="http://schemas.microsoft.com/office/drawing/2014/main" id="{E5E62767-5C25-4C49-9568-432433A3C5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18" name="Freeform 20">
              <a:extLst>
                <a:ext uri="{FF2B5EF4-FFF2-40B4-BE49-F238E27FC236}">
                  <a16:creationId xmlns:a16="http://schemas.microsoft.com/office/drawing/2014/main" id="{598EC006-77B1-42BA-B815-66CCB9B170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19" name="Freeform 21">
              <a:extLst>
                <a:ext uri="{FF2B5EF4-FFF2-40B4-BE49-F238E27FC236}">
                  <a16:creationId xmlns:a16="http://schemas.microsoft.com/office/drawing/2014/main" id="{A144ED09-DA06-491D-95A8-AB3DED4329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20" name="Freeform 22">
              <a:extLst>
                <a:ext uri="{FF2B5EF4-FFF2-40B4-BE49-F238E27FC236}">
                  <a16:creationId xmlns:a16="http://schemas.microsoft.com/office/drawing/2014/main" id="{1CB00BD2-11CD-4A38-8F38-02B0D1105E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22" name="Group 21">
            <a:extLst>
              <a:ext uri="{FF2B5EF4-FFF2-40B4-BE49-F238E27FC236}">
                <a16:creationId xmlns:a16="http://schemas.microsoft.com/office/drawing/2014/main" id="{520234FB-542E-4550-9C2F-1B56FD41A1C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3" name="Freeform 27">
              <a:extLst>
                <a:ext uri="{FF2B5EF4-FFF2-40B4-BE49-F238E27FC236}">
                  <a16:creationId xmlns:a16="http://schemas.microsoft.com/office/drawing/2014/main" id="{41FCE1F3-DEB3-47CD-90FF-7DABB4AF45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24" name="Freeform 28">
              <a:extLst>
                <a:ext uri="{FF2B5EF4-FFF2-40B4-BE49-F238E27FC236}">
                  <a16:creationId xmlns:a16="http://schemas.microsoft.com/office/drawing/2014/main" id="{5708E488-C19B-452C-B197-6F1C34F6E7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25" name="Freeform 29">
              <a:extLst>
                <a:ext uri="{FF2B5EF4-FFF2-40B4-BE49-F238E27FC236}">
                  <a16:creationId xmlns:a16="http://schemas.microsoft.com/office/drawing/2014/main" id="{89D3FD25-890E-4981-A71D-EE796873D7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26" name="Freeform 30">
              <a:extLst>
                <a:ext uri="{FF2B5EF4-FFF2-40B4-BE49-F238E27FC236}">
                  <a16:creationId xmlns:a16="http://schemas.microsoft.com/office/drawing/2014/main" id="{51B5414C-556A-47CB-8EE2-974A85A7A4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27" name="Freeform 31">
              <a:extLst>
                <a:ext uri="{FF2B5EF4-FFF2-40B4-BE49-F238E27FC236}">
                  <a16:creationId xmlns:a16="http://schemas.microsoft.com/office/drawing/2014/main" id="{1C02B20C-2B27-4B75-8AEE-A5D2E2674B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28" name="Freeform 32">
              <a:extLst>
                <a:ext uri="{FF2B5EF4-FFF2-40B4-BE49-F238E27FC236}">
                  <a16:creationId xmlns:a16="http://schemas.microsoft.com/office/drawing/2014/main" id="{54427714-F9AA-4F93-BD1D-400F1EA93F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29" name="Freeform 33">
              <a:extLst>
                <a:ext uri="{FF2B5EF4-FFF2-40B4-BE49-F238E27FC236}">
                  <a16:creationId xmlns:a16="http://schemas.microsoft.com/office/drawing/2014/main" id="{28A77D6A-9E81-497F-ABCC-2695BB5ADD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30" name="Freeform 34">
              <a:extLst>
                <a:ext uri="{FF2B5EF4-FFF2-40B4-BE49-F238E27FC236}">
                  <a16:creationId xmlns:a16="http://schemas.microsoft.com/office/drawing/2014/main" id="{2A1533BA-1478-4F7C-8E24-3F3E905050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31" name="Freeform 35">
              <a:extLst>
                <a:ext uri="{FF2B5EF4-FFF2-40B4-BE49-F238E27FC236}">
                  <a16:creationId xmlns:a16="http://schemas.microsoft.com/office/drawing/2014/main" id="{39686201-E633-40FD-A80A-1E28AD52E3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32" name="Freeform 36">
              <a:extLst>
                <a:ext uri="{FF2B5EF4-FFF2-40B4-BE49-F238E27FC236}">
                  <a16:creationId xmlns:a16="http://schemas.microsoft.com/office/drawing/2014/main" id="{76A215C2-F590-4938-810B-F8A79366CE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33" name="Freeform 37">
              <a:extLst>
                <a:ext uri="{FF2B5EF4-FFF2-40B4-BE49-F238E27FC236}">
                  <a16:creationId xmlns:a16="http://schemas.microsoft.com/office/drawing/2014/main" id="{85F418E7-330D-4002-8EC8-33C1A897FF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34" name="Freeform 38">
              <a:extLst>
                <a:ext uri="{FF2B5EF4-FFF2-40B4-BE49-F238E27FC236}">
                  <a16:creationId xmlns:a16="http://schemas.microsoft.com/office/drawing/2014/main" id="{8FFE669A-54C9-4436-9566-C5A90F16DB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sp>
        <p:nvSpPr>
          <p:cNvPr id="36" name="Rectangle 35">
            <a:extLst>
              <a:ext uri="{FF2B5EF4-FFF2-40B4-BE49-F238E27FC236}">
                <a16:creationId xmlns:a16="http://schemas.microsoft.com/office/drawing/2014/main" id="{DE91395A-2D18-4AF6-A0AC-AAA7189FE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8" name="Freeform 6">
            <a:extLst>
              <a:ext uri="{FF2B5EF4-FFF2-40B4-BE49-F238E27FC236}">
                <a16:creationId xmlns:a16="http://schemas.microsoft.com/office/drawing/2014/main" id="{7BD08880-457D-4C62-A3B5-6A9B0878C7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sp useBgFill="1">
        <p:nvSpPr>
          <p:cNvPr id="40" name="Rectangle 39">
            <a:extLst>
              <a:ext uri="{FF2B5EF4-FFF2-40B4-BE49-F238E27FC236}">
                <a16:creationId xmlns:a16="http://schemas.microsoft.com/office/drawing/2014/main" id="{6D356F1A-690D-401E-8CF3-E4686CDFEC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1"/>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nvGrpSpPr>
          <p:cNvPr id="42" name="Group 41">
            <a:extLst>
              <a:ext uri="{FF2B5EF4-FFF2-40B4-BE49-F238E27FC236}">
                <a16:creationId xmlns:a16="http://schemas.microsoft.com/office/drawing/2014/main" id="{F398A7BA-9279-4363-9D59-238782AB6B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657608" y="228600"/>
            <a:ext cx="2851523" cy="6638625"/>
            <a:chOff x="2487613" y="285750"/>
            <a:chExt cx="2428875" cy="5654676"/>
          </a:xfrm>
        </p:grpSpPr>
        <p:sp>
          <p:nvSpPr>
            <p:cNvPr id="43" name="Freeform 11">
              <a:extLst>
                <a:ext uri="{FF2B5EF4-FFF2-40B4-BE49-F238E27FC236}">
                  <a16:creationId xmlns:a16="http://schemas.microsoft.com/office/drawing/2014/main" id="{8ACCBEEF-7085-4833-8335-E4613C0A1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txBody>
            <a:bodyPr/>
            <a:lstStyle/>
            <a:p>
              <a:endParaRPr lang="en-US"/>
            </a:p>
          </p:txBody>
        </p:sp>
        <p:sp>
          <p:nvSpPr>
            <p:cNvPr id="44" name="Freeform 12">
              <a:extLst>
                <a:ext uri="{FF2B5EF4-FFF2-40B4-BE49-F238E27FC236}">
                  <a16:creationId xmlns:a16="http://schemas.microsoft.com/office/drawing/2014/main" id="{B39C0EC5-6C91-409A-AB3F-D66AF23E9E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txBody>
            <a:bodyPr/>
            <a:lstStyle/>
            <a:p>
              <a:endParaRPr lang="en-US"/>
            </a:p>
          </p:txBody>
        </p:sp>
        <p:sp>
          <p:nvSpPr>
            <p:cNvPr id="45" name="Freeform 13">
              <a:extLst>
                <a:ext uri="{FF2B5EF4-FFF2-40B4-BE49-F238E27FC236}">
                  <a16:creationId xmlns:a16="http://schemas.microsoft.com/office/drawing/2014/main" id="{4D4A9340-30CF-474C-AC93-3E9048DFE9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txBody>
            <a:bodyPr/>
            <a:lstStyle/>
            <a:p>
              <a:endParaRPr lang="en-US"/>
            </a:p>
          </p:txBody>
        </p:sp>
        <p:sp>
          <p:nvSpPr>
            <p:cNvPr id="46" name="Freeform 14">
              <a:extLst>
                <a:ext uri="{FF2B5EF4-FFF2-40B4-BE49-F238E27FC236}">
                  <a16:creationId xmlns:a16="http://schemas.microsoft.com/office/drawing/2014/main" id="{C2D90565-D660-46B2-B574-5A6E37C8B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txBody>
            <a:bodyPr/>
            <a:lstStyle/>
            <a:p>
              <a:endParaRPr lang="en-US"/>
            </a:p>
          </p:txBody>
        </p:sp>
        <p:sp>
          <p:nvSpPr>
            <p:cNvPr id="47" name="Freeform 15">
              <a:extLst>
                <a:ext uri="{FF2B5EF4-FFF2-40B4-BE49-F238E27FC236}">
                  <a16:creationId xmlns:a16="http://schemas.microsoft.com/office/drawing/2014/main" id="{4ADDF1F8-3D32-49F9-8A53-B01C2D92CC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txBody>
            <a:bodyPr/>
            <a:lstStyle/>
            <a:p>
              <a:endParaRPr lang="en-US"/>
            </a:p>
          </p:txBody>
        </p:sp>
        <p:sp>
          <p:nvSpPr>
            <p:cNvPr id="48" name="Freeform 16">
              <a:extLst>
                <a:ext uri="{FF2B5EF4-FFF2-40B4-BE49-F238E27FC236}">
                  <a16:creationId xmlns:a16="http://schemas.microsoft.com/office/drawing/2014/main" id="{DD712377-DF82-454C-8AF4-CA68112928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txBody>
            <a:bodyPr/>
            <a:lstStyle/>
            <a:p>
              <a:endParaRPr lang="en-US"/>
            </a:p>
          </p:txBody>
        </p:sp>
        <p:sp>
          <p:nvSpPr>
            <p:cNvPr id="49" name="Freeform 17">
              <a:extLst>
                <a:ext uri="{FF2B5EF4-FFF2-40B4-BE49-F238E27FC236}">
                  <a16:creationId xmlns:a16="http://schemas.microsoft.com/office/drawing/2014/main" id="{694E1871-CC0E-4704-902D-A324F58E49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txBody>
            <a:bodyPr/>
            <a:lstStyle/>
            <a:p>
              <a:endParaRPr lang="en-US"/>
            </a:p>
          </p:txBody>
        </p:sp>
        <p:sp>
          <p:nvSpPr>
            <p:cNvPr id="50" name="Freeform 18">
              <a:extLst>
                <a:ext uri="{FF2B5EF4-FFF2-40B4-BE49-F238E27FC236}">
                  <a16:creationId xmlns:a16="http://schemas.microsoft.com/office/drawing/2014/main" id="{6CEE1CA2-8DDF-468B-B5E5-B584B84BD6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txBody>
            <a:bodyPr/>
            <a:lstStyle/>
            <a:p>
              <a:endParaRPr lang="en-US"/>
            </a:p>
          </p:txBody>
        </p:sp>
        <p:sp>
          <p:nvSpPr>
            <p:cNvPr id="51" name="Freeform 19">
              <a:extLst>
                <a:ext uri="{FF2B5EF4-FFF2-40B4-BE49-F238E27FC236}">
                  <a16:creationId xmlns:a16="http://schemas.microsoft.com/office/drawing/2014/main" id="{AAA4172B-3921-482A-ABEF-E70C9242A4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txBody>
            <a:bodyPr/>
            <a:lstStyle/>
            <a:p>
              <a:endParaRPr lang="en-US"/>
            </a:p>
          </p:txBody>
        </p:sp>
        <p:sp>
          <p:nvSpPr>
            <p:cNvPr id="52" name="Freeform 20">
              <a:extLst>
                <a:ext uri="{FF2B5EF4-FFF2-40B4-BE49-F238E27FC236}">
                  <a16:creationId xmlns:a16="http://schemas.microsoft.com/office/drawing/2014/main" id="{6D277B64-E367-442D-B59F-993A458565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txBody>
            <a:bodyPr/>
            <a:lstStyle/>
            <a:p>
              <a:endParaRPr lang="en-US"/>
            </a:p>
          </p:txBody>
        </p:sp>
        <p:sp>
          <p:nvSpPr>
            <p:cNvPr id="53" name="Freeform 21">
              <a:extLst>
                <a:ext uri="{FF2B5EF4-FFF2-40B4-BE49-F238E27FC236}">
                  <a16:creationId xmlns:a16="http://schemas.microsoft.com/office/drawing/2014/main" id="{B4BA4199-8677-44FF-BD30-63130A0F5D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txBody>
            <a:bodyPr/>
            <a:lstStyle/>
            <a:p>
              <a:endParaRPr lang="en-US"/>
            </a:p>
          </p:txBody>
        </p:sp>
        <p:sp>
          <p:nvSpPr>
            <p:cNvPr id="54" name="Freeform 22">
              <a:extLst>
                <a:ext uri="{FF2B5EF4-FFF2-40B4-BE49-F238E27FC236}">
                  <a16:creationId xmlns:a16="http://schemas.microsoft.com/office/drawing/2014/main" id="{A890CEB5-09DD-4185-9405-A39BA6405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txBody>
            <a:bodyPr/>
            <a:lstStyle/>
            <a:p>
              <a:endParaRPr lang="en-US"/>
            </a:p>
          </p:txBody>
        </p:sp>
      </p:grpSp>
      <p:grpSp>
        <p:nvGrpSpPr>
          <p:cNvPr id="56" name="Group 55">
            <a:extLst>
              <a:ext uri="{FF2B5EF4-FFF2-40B4-BE49-F238E27FC236}">
                <a16:creationId xmlns:a16="http://schemas.microsoft.com/office/drawing/2014/main" id="{3B88DAD3-AF6F-4D6C-8512-7239A69A40D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684823" y="-786"/>
            <a:ext cx="2356675" cy="6854040"/>
            <a:chOff x="6627813" y="194833"/>
            <a:chExt cx="1952625" cy="5678918"/>
          </a:xfrm>
        </p:grpSpPr>
        <p:sp>
          <p:nvSpPr>
            <p:cNvPr id="57" name="Freeform 27">
              <a:extLst>
                <a:ext uri="{FF2B5EF4-FFF2-40B4-BE49-F238E27FC236}">
                  <a16:creationId xmlns:a16="http://schemas.microsoft.com/office/drawing/2014/main" id="{1BA39A29-3A4E-4822-A540-9AD6ACCBA9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txBody>
            <a:bodyPr/>
            <a:lstStyle/>
            <a:p>
              <a:endParaRPr lang="en-US"/>
            </a:p>
          </p:txBody>
        </p:sp>
        <p:sp>
          <p:nvSpPr>
            <p:cNvPr id="58" name="Freeform 28">
              <a:extLst>
                <a:ext uri="{FF2B5EF4-FFF2-40B4-BE49-F238E27FC236}">
                  <a16:creationId xmlns:a16="http://schemas.microsoft.com/office/drawing/2014/main" id="{B2ACACE6-15B3-4FAF-AA08-E1006B3FD5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txBody>
            <a:bodyPr/>
            <a:lstStyle/>
            <a:p>
              <a:endParaRPr lang="en-US"/>
            </a:p>
          </p:txBody>
        </p:sp>
        <p:sp>
          <p:nvSpPr>
            <p:cNvPr id="59" name="Freeform 29">
              <a:extLst>
                <a:ext uri="{FF2B5EF4-FFF2-40B4-BE49-F238E27FC236}">
                  <a16:creationId xmlns:a16="http://schemas.microsoft.com/office/drawing/2014/main" id="{1F9A4D9A-69F4-4FEC-B0DE-DD76F476ED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txBody>
            <a:bodyPr/>
            <a:lstStyle/>
            <a:p>
              <a:endParaRPr lang="en-US"/>
            </a:p>
          </p:txBody>
        </p:sp>
        <p:sp>
          <p:nvSpPr>
            <p:cNvPr id="60" name="Freeform 30">
              <a:extLst>
                <a:ext uri="{FF2B5EF4-FFF2-40B4-BE49-F238E27FC236}">
                  <a16:creationId xmlns:a16="http://schemas.microsoft.com/office/drawing/2014/main" id="{E92DC9B5-F16D-4C41-824C-822DE7AA00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txBody>
            <a:bodyPr/>
            <a:lstStyle/>
            <a:p>
              <a:endParaRPr lang="en-US"/>
            </a:p>
          </p:txBody>
        </p:sp>
        <p:sp>
          <p:nvSpPr>
            <p:cNvPr id="61" name="Freeform 31">
              <a:extLst>
                <a:ext uri="{FF2B5EF4-FFF2-40B4-BE49-F238E27FC236}">
                  <a16:creationId xmlns:a16="http://schemas.microsoft.com/office/drawing/2014/main" id="{E737D559-8865-4000-A777-792FF67549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txBody>
            <a:bodyPr/>
            <a:lstStyle/>
            <a:p>
              <a:endParaRPr lang="en-US"/>
            </a:p>
          </p:txBody>
        </p:sp>
        <p:sp>
          <p:nvSpPr>
            <p:cNvPr id="62" name="Freeform 32">
              <a:extLst>
                <a:ext uri="{FF2B5EF4-FFF2-40B4-BE49-F238E27FC236}">
                  <a16:creationId xmlns:a16="http://schemas.microsoft.com/office/drawing/2014/main" id="{B1C2147A-442E-40A4-8A97-FF053B9D2A6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txBody>
            <a:bodyPr/>
            <a:lstStyle/>
            <a:p>
              <a:endParaRPr lang="en-US"/>
            </a:p>
          </p:txBody>
        </p:sp>
        <p:sp>
          <p:nvSpPr>
            <p:cNvPr id="63" name="Freeform 33">
              <a:extLst>
                <a:ext uri="{FF2B5EF4-FFF2-40B4-BE49-F238E27FC236}">
                  <a16:creationId xmlns:a16="http://schemas.microsoft.com/office/drawing/2014/main" id="{B138F17C-6D47-4F1B-BE44-4A47FBCFF3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txBody>
            <a:bodyPr/>
            <a:lstStyle/>
            <a:p>
              <a:endParaRPr lang="en-US"/>
            </a:p>
          </p:txBody>
        </p:sp>
        <p:sp>
          <p:nvSpPr>
            <p:cNvPr id="64" name="Freeform 34">
              <a:extLst>
                <a:ext uri="{FF2B5EF4-FFF2-40B4-BE49-F238E27FC236}">
                  <a16:creationId xmlns:a16="http://schemas.microsoft.com/office/drawing/2014/main" id="{1BCD5498-C801-426F-9CDD-B84178E72E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txBody>
            <a:bodyPr/>
            <a:lstStyle/>
            <a:p>
              <a:endParaRPr lang="en-US"/>
            </a:p>
          </p:txBody>
        </p:sp>
        <p:sp>
          <p:nvSpPr>
            <p:cNvPr id="65" name="Freeform 35">
              <a:extLst>
                <a:ext uri="{FF2B5EF4-FFF2-40B4-BE49-F238E27FC236}">
                  <a16:creationId xmlns:a16="http://schemas.microsoft.com/office/drawing/2014/main" id="{6DB0639C-39E0-4218-B7D1-0408D870F4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txBody>
            <a:bodyPr/>
            <a:lstStyle/>
            <a:p>
              <a:endParaRPr lang="en-US"/>
            </a:p>
          </p:txBody>
        </p:sp>
        <p:sp>
          <p:nvSpPr>
            <p:cNvPr id="66" name="Freeform 36">
              <a:extLst>
                <a:ext uri="{FF2B5EF4-FFF2-40B4-BE49-F238E27FC236}">
                  <a16:creationId xmlns:a16="http://schemas.microsoft.com/office/drawing/2014/main" id="{72715634-CCEA-4B5D-94D7-E2C090EA18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txBody>
            <a:bodyPr/>
            <a:lstStyle/>
            <a:p>
              <a:endParaRPr lang="en-US"/>
            </a:p>
          </p:txBody>
        </p:sp>
        <p:sp>
          <p:nvSpPr>
            <p:cNvPr id="67" name="Freeform 37">
              <a:extLst>
                <a:ext uri="{FF2B5EF4-FFF2-40B4-BE49-F238E27FC236}">
                  <a16:creationId xmlns:a16="http://schemas.microsoft.com/office/drawing/2014/main" id="{6BE08C78-1349-4408-8CE2-ED20F3244D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txBody>
            <a:bodyPr/>
            <a:lstStyle/>
            <a:p>
              <a:endParaRPr lang="en-US"/>
            </a:p>
          </p:txBody>
        </p:sp>
        <p:sp>
          <p:nvSpPr>
            <p:cNvPr id="68" name="Freeform 38">
              <a:extLst>
                <a:ext uri="{FF2B5EF4-FFF2-40B4-BE49-F238E27FC236}">
                  <a16:creationId xmlns:a16="http://schemas.microsoft.com/office/drawing/2014/main" id="{642D5BF8-EF6C-43FC-947B-6986882110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txBody>
            <a:bodyPr/>
            <a:lstStyle/>
            <a:p>
              <a:endParaRPr lang="en-US"/>
            </a:p>
          </p:txBody>
        </p:sp>
      </p:grpSp>
      <p:pic>
        <p:nvPicPr>
          <p:cNvPr id="3" name="Picture 2" descr="A close up of leaves&#10;&#10;Description automatically generated">
            <a:extLst>
              <a:ext uri="{FF2B5EF4-FFF2-40B4-BE49-F238E27FC236}">
                <a16:creationId xmlns:a16="http://schemas.microsoft.com/office/drawing/2014/main" id="{C49CF025-7660-49D2-2C19-F8134CC6A0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E846E64F-F670-4D2C-93DB-28058CC66A86}"/>
              </a:ext>
            </a:extLst>
          </p:cNvPr>
          <p:cNvSpPr>
            <a:spLocks noGrp="1"/>
          </p:cNvSpPr>
          <p:nvPr>
            <p:ph type="title"/>
          </p:nvPr>
        </p:nvSpPr>
        <p:spPr>
          <a:xfrm>
            <a:off x="4978079" y="2899110"/>
            <a:ext cx="7085313" cy="3258031"/>
          </a:xfrm>
        </p:spPr>
        <p:txBody>
          <a:bodyPr vert="horz" lIns="91440" tIns="45720" rIns="91440" bIns="45720" rtlCol="0" anchor="b">
            <a:normAutofit/>
          </a:bodyPr>
          <a:lstStyle/>
          <a:p>
            <a:pPr algn="ctr"/>
            <a:r>
              <a:rPr lang="en-US" sz="6000" b="1" dirty="0">
                <a:solidFill>
                  <a:schemeClr val="bg1"/>
                </a:solidFill>
              </a:rPr>
              <a:t>3. JUST BELIEVE THE WORD OF THE LORD JESUS</a:t>
            </a:r>
          </a:p>
        </p:txBody>
      </p:sp>
      <p:sp>
        <p:nvSpPr>
          <p:cNvPr id="70" name="Rectangle 69">
            <a:extLst>
              <a:ext uri="{FF2B5EF4-FFF2-40B4-BE49-F238E27FC236}">
                <a16:creationId xmlns:a16="http://schemas.microsoft.com/office/drawing/2014/main" id="{8841A10E-0F0E-4596-8888-870D709254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657599"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72" name="Freeform 33">
            <a:extLst>
              <a:ext uri="{FF2B5EF4-FFF2-40B4-BE49-F238E27FC236}">
                <a16:creationId xmlns:a16="http://schemas.microsoft.com/office/drawing/2014/main" id="{29B1E55C-E51F-4093-A2A8-137C3E9014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a:off x="3657599"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txBody>
          <a:bodyPr/>
          <a:lstStyle/>
          <a:p>
            <a:endParaRPr lang="en-US"/>
          </a:p>
        </p:txBody>
      </p:sp>
      <p:pic>
        <p:nvPicPr>
          <p:cNvPr id="4" name="Picture 3" descr="Hand reaching out to sun">
            <a:extLst>
              <a:ext uri="{FF2B5EF4-FFF2-40B4-BE49-F238E27FC236}">
                <a16:creationId xmlns:a16="http://schemas.microsoft.com/office/drawing/2014/main" id="{E991669B-BC56-96AD-EE85-05705F29E018}"/>
              </a:ext>
            </a:extLst>
          </p:cNvPr>
          <p:cNvPicPr>
            <a:picLocks noChangeAspect="1"/>
          </p:cNvPicPr>
          <p:nvPr/>
        </p:nvPicPr>
        <p:blipFill>
          <a:blip r:embed="rId3"/>
          <a:srcRect l="41212" r="22826" b="2"/>
          <a:stretch>
            <a:fillRect/>
          </a:stretch>
        </p:blipFill>
        <p:spPr>
          <a:xfrm>
            <a:off x="-2650" y="10"/>
            <a:ext cx="3681047" cy="6857990"/>
          </a:xfrm>
          <a:prstGeom prst="rect">
            <a:avLst/>
          </a:prstGeom>
        </p:spPr>
      </p:pic>
    </p:spTree>
    <p:extLst>
      <p:ext uri="{BB962C8B-B14F-4D97-AF65-F5344CB8AC3E}">
        <p14:creationId xmlns:p14="http://schemas.microsoft.com/office/powerpoint/2010/main" val="1314824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A close up of leaves&#10;&#10;Description automatically generated">
            <a:extLst>
              <a:ext uri="{FF2B5EF4-FFF2-40B4-BE49-F238E27FC236}">
                <a16:creationId xmlns:a16="http://schemas.microsoft.com/office/drawing/2014/main" id="{AD9383E1-FD8D-53C4-C612-05D5366CDFA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id="{5861217F-451E-480D-997C-D4E9B47E0A4E}"/>
              </a:ext>
            </a:extLst>
          </p:cNvPr>
          <p:cNvSpPr>
            <a:spLocks noGrp="1"/>
          </p:cNvSpPr>
          <p:nvPr>
            <p:ph type="title"/>
          </p:nvPr>
        </p:nvSpPr>
        <p:spPr>
          <a:xfrm>
            <a:off x="1477570" y="314717"/>
            <a:ext cx="10551844" cy="1400961"/>
          </a:xfrm>
        </p:spPr>
        <p:txBody>
          <a:bodyPr>
            <a:normAutofit/>
          </a:bodyPr>
          <a:lstStyle/>
          <a:p>
            <a:pPr algn="ctr"/>
            <a:r>
              <a:rPr lang="en-PH" sz="7200" b="1" dirty="0">
                <a:solidFill>
                  <a:schemeClr val="bg1"/>
                </a:solidFill>
              </a:rPr>
              <a:t>Luke 19:9-10 NIV</a:t>
            </a:r>
          </a:p>
        </p:txBody>
      </p:sp>
      <p:sp>
        <p:nvSpPr>
          <p:cNvPr id="3" name="Content Placeholder 2">
            <a:extLst>
              <a:ext uri="{FF2B5EF4-FFF2-40B4-BE49-F238E27FC236}">
                <a16:creationId xmlns:a16="http://schemas.microsoft.com/office/drawing/2014/main" id="{34437BDC-D039-41E6-A742-F90D7278B414}"/>
              </a:ext>
            </a:extLst>
          </p:cNvPr>
          <p:cNvSpPr>
            <a:spLocks noGrp="1"/>
          </p:cNvSpPr>
          <p:nvPr>
            <p:ph idx="1"/>
          </p:nvPr>
        </p:nvSpPr>
        <p:spPr>
          <a:xfrm>
            <a:off x="325172" y="1015198"/>
            <a:ext cx="11541655" cy="5457040"/>
          </a:xfrm>
        </p:spPr>
        <p:txBody>
          <a:bodyPr>
            <a:normAutofit lnSpcReduction="10000"/>
          </a:bodyPr>
          <a:lstStyle/>
          <a:p>
            <a:pPr marL="0" indent="0" algn="ctr">
              <a:buNone/>
            </a:pPr>
            <a:endParaRPr lang="en-US" sz="5400" dirty="0">
              <a:solidFill>
                <a:schemeClr val="bg1"/>
              </a:solidFill>
            </a:endParaRPr>
          </a:p>
          <a:p>
            <a:pPr marL="0" indent="0" algn="ctr">
              <a:buNone/>
            </a:pPr>
            <a:r>
              <a:rPr lang="en-US" sz="5400" dirty="0">
                <a:solidFill>
                  <a:schemeClr val="bg1"/>
                </a:solidFill>
              </a:rPr>
              <a:t>9 Jesus said to him, “Today salvation has come to this house, because this man, too, is a son of Abraham. 10 For the Son of Man came to seek and to save the lost.”</a:t>
            </a:r>
            <a:endParaRPr lang="en-PH" sz="5400" dirty="0">
              <a:solidFill>
                <a:schemeClr val="bg1"/>
              </a:solidFill>
            </a:endParaRPr>
          </a:p>
        </p:txBody>
      </p:sp>
    </p:spTree>
    <p:extLst>
      <p:ext uri="{BB962C8B-B14F-4D97-AF65-F5344CB8AC3E}">
        <p14:creationId xmlns:p14="http://schemas.microsoft.com/office/powerpoint/2010/main" val="27121968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61217F-451E-480D-997C-D4E9B47E0A4E}"/>
              </a:ext>
            </a:extLst>
          </p:cNvPr>
          <p:cNvSpPr>
            <a:spLocks noGrp="1"/>
          </p:cNvSpPr>
          <p:nvPr>
            <p:ph type="title"/>
          </p:nvPr>
        </p:nvSpPr>
        <p:spPr>
          <a:xfrm>
            <a:off x="1640156" y="-1"/>
            <a:ext cx="10551844" cy="1400961"/>
          </a:xfrm>
        </p:spPr>
        <p:txBody>
          <a:bodyPr>
            <a:normAutofit/>
          </a:bodyPr>
          <a:lstStyle/>
          <a:p>
            <a:pPr algn="ctr"/>
            <a:endParaRPr lang="en-PH" sz="7200" b="1" dirty="0"/>
          </a:p>
        </p:txBody>
      </p:sp>
      <p:sp>
        <p:nvSpPr>
          <p:cNvPr id="3" name="Content Placeholder 2">
            <a:extLst>
              <a:ext uri="{FF2B5EF4-FFF2-40B4-BE49-F238E27FC236}">
                <a16:creationId xmlns:a16="http://schemas.microsoft.com/office/drawing/2014/main" id="{34437BDC-D039-41E6-A742-F90D7278B414}"/>
              </a:ext>
            </a:extLst>
          </p:cNvPr>
          <p:cNvSpPr>
            <a:spLocks noGrp="1"/>
          </p:cNvSpPr>
          <p:nvPr>
            <p:ph idx="1"/>
          </p:nvPr>
        </p:nvSpPr>
        <p:spPr>
          <a:xfrm>
            <a:off x="650344" y="1400960"/>
            <a:ext cx="11541655" cy="5457040"/>
          </a:xfrm>
        </p:spPr>
        <p:txBody>
          <a:bodyPr>
            <a:normAutofit/>
          </a:bodyPr>
          <a:lstStyle/>
          <a:p>
            <a:pPr marL="0" indent="0" algn="ctr">
              <a:buNone/>
            </a:pPr>
            <a:endParaRPr lang="en-PH" sz="4400" dirty="0"/>
          </a:p>
        </p:txBody>
      </p:sp>
    </p:spTree>
    <p:extLst>
      <p:ext uri="{BB962C8B-B14F-4D97-AF65-F5344CB8AC3E}">
        <p14:creationId xmlns:p14="http://schemas.microsoft.com/office/powerpoint/2010/main" val="2966610152"/>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69</TotalTime>
  <Words>892</Words>
  <Application>Microsoft Macintosh PowerPoint</Application>
  <PresentationFormat>Widescreen</PresentationFormat>
  <Paragraphs>53</Paragraphs>
  <Slides>29</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29</vt:i4>
      </vt:variant>
    </vt:vector>
  </HeadingPairs>
  <TitlesOfParts>
    <vt:vector size="35" baseType="lpstr">
      <vt:lpstr>Arial</vt:lpstr>
      <vt:lpstr>Century Gothic</vt:lpstr>
      <vt:lpstr>Segoe UI</vt:lpstr>
      <vt:lpstr>Times New Roman</vt:lpstr>
      <vt:lpstr>Wingdings 3</vt:lpstr>
      <vt:lpstr>Wisp</vt:lpstr>
      <vt:lpstr>PowerPoint Presentation</vt:lpstr>
      <vt:lpstr>PowerPoint Presentation</vt:lpstr>
      <vt:lpstr>This is my bible, I am what it says I am. I can do what it says I can do. Today, I will be taught of the word of GOD. I boldly confess my mind is alert, my heart is receptive, i will never be the same I am about to receive</vt:lpstr>
      <vt:lpstr>The incorruptible, indestructible, ever living seed of the word of GOD. I will never be the same again never, never, never I will never be the same no turning back In JESUS name. Amen! </vt:lpstr>
      <vt:lpstr>PowerPoint Presentation</vt:lpstr>
      <vt:lpstr>2 Corinthians 4:4 NIV</vt:lpstr>
      <vt:lpstr>John 12:31 NIV</vt:lpstr>
      <vt:lpstr>1 John 5:19 NIV</vt:lpstr>
      <vt:lpstr>Optimism is Positive Thinking Hope is Passionate Trusting</vt:lpstr>
      <vt:lpstr>2 Timothy 1:12 GNT</vt:lpstr>
      <vt:lpstr>1. That GOD choose you before You choose Him. </vt:lpstr>
      <vt:lpstr>Psalm 115:8 GNT</vt:lpstr>
      <vt:lpstr>1 Peter 1:2 GNT</vt:lpstr>
      <vt:lpstr>2. Because your Salvation depends on what LORD JESUS said and did. </vt:lpstr>
      <vt:lpstr>Hebrews 12:2 GNT</vt:lpstr>
      <vt:lpstr>Luke 19:1-10 NIV</vt:lpstr>
      <vt:lpstr>Luke 19:1-10 NIV</vt:lpstr>
      <vt:lpstr>Luke 19:1-10 NIV</vt:lpstr>
      <vt:lpstr>Revelation 3:20 NIV</vt:lpstr>
      <vt:lpstr>What caused Zacchaeus(people) that matter to be Saved?</vt:lpstr>
      <vt:lpstr>1. THE DESIRE TO SEE JESUS. </vt:lpstr>
      <vt:lpstr>Luke 19:3-4 NIV</vt:lpstr>
      <vt:lpstr>2. HE STEP INTO RIGHT DIRECTION</vt:lpstr>
      <vt:lpstr>Proverbs 14:12 NKJV</vt:lpstr>
      <vt:lpstr>Luke 19:5-6 NIV</vt:lpstr>
      <vt:lpstr>“JUST A SMALL STEP OF FAITH MEET A RESPONSE OF THE LORD JESUS”</vt:lpstr>
      <vt:lpstr>3. JUST BELIEVE THE WORD OF THE LORD JESUS</vt:lpstr>
      <vt:lpstr>Luke 19:9-10 NIV</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Nerri Jen Geray</dc:creator>
  <cp:lastModifiedBy>Nerri Jen Geray</cp:lastModifiedBy>
  <cp:revision>5</cp:revision>
  <dcterms:created xsi:type="dcterms:W3CDTF">2026-06-13T14:01:56Z</dcterms:created>
  <dcterms:modified xsi:type="dcterms:W3CDTF">2026-06-21T00:08:33Z</dcterms:modified>
</cp:coreProperties>
</file>